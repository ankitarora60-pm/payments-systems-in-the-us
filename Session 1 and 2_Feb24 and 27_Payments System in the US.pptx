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268" r:id="rId6"/>
    <p:sldId id="269" r:id="rId7"/>
    <p:sldId id="258" r:id="rId8"/>
    <p:sldId id="275" r:id="rId9"/>
    <p:sldId id="277" r:id="rId10"/>
    <p:sldId id="298" r:id="rId11"/>
    <p:sldId id="276" r:id="rId12"/>
    <p:sldId id="280" r:id="rId13"/>
    <p:sldId id="281" r:id="rId14"/>
    <p:sldId id="297" r:id="rId15"/>
    <p:sldId id="284" r:id="rId16"/>
    <p:sldId id="286" r:id="rId17"/>
    <p:sldId id="274" r:id="rId18"/>
    <p:sldId id="292" r:id="rId19"/>
    <p:sldId id="296" r:id="rId20"/>
    <p:sldId id="305" r:id="rId21"/>
    <p:sldId id="301" r:id="rId22"/>
    <p:sldId id="302" r:id="rId23"/>
    <p:sldId id="306" r:id="rId24"/>
    <p:sldId id="307" r:id="rId25"/>
    <p:sldId id="304" r:id="rId26"/>
    <p:sldId id="308" r:id="rId27"/>
    <p:sldId id="273" r:id="rId28"/>
    <p:sldId id="303" r:id="rId29"/>
    <p:sldId id="271" r:id="rId30"/>
    <p:sldId id="293" r:id="rId31"/>
    <p:sldId id="26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FF6C98-1CCC-4AA9-9FA3-044F983F911B}" v="352" dt="2026-02-27T07:15:19.3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rajan Korambatta(UST,IN)" userId="S::u17560@ust.com::4b25da2b-915e-4f05-a1d7-b34c42927540" providerId="AD" clId="Web-{83DB6F67-AE9A-6A42-3E0E-A3D8794527F1}"/>
    <pc:docChg chg="modSld">
      <pc:chgData name="Devarajan Korambatta(UST,IN)" userId="S::u17560@ust.com::4b25da2b-915e-4f05-a1d7-b34c42927540" providerId="AD" clId="Web-{83DB6F67-AE9A-6A42-3E0E-A3D8794527F1}" dt="2026-02-27T07:36:56.317" v="2" actId="20577"/>
      <pc:docMkLst>
        <pc:docMk/>
      </pc:docMkLst>
      <pc:sldChg chg="modSp">
        <pc:chgData name="Devarajan Korambatta(UST,IN)" userId="S::u17560@ust.com::4b25da2b-915e-4f05-a1d7-b34c42927540" providerId="AD" clId="Web-{83DB6F67-AE9A-6A42-3E0E-A3D8794527F1}" dt="2026-02-27T07:36:56.317" v="2" actId="20577"/>
        <pc:sldMkLst>
          <pc:docMk/>
          <pc:sldMk cId="3365352608" sldId="304"/>
        </pc:sldMkLst>
        <pc:graphicFrameChg chg="modGraphic">
          <ac:chgData name="Devarajan Korambatta(UST,IN)" userId="S::u17560@ust.com::4b25da2b-915e-4f05-a1d7-b34c42927540" providerId="AD" clId="Web-{83DB6F67-AE9A-6A42-3E0E-A3D8794527F1}" dt="2026-02-27T07:36:56.317" v="2" actId="20577"/>
          <ac:graphicFrameMkLst>
            <pc:docMk/>
            <pc:sldMk cId="3365352608" sldId="304"/>
            <ac:graphicFrameMk id="5" creationId="{74E35DA7-B2D1-6F31-A83B-925709D477A4}"/>
          </ac:graphicFrameMkLst>
        </pc:graphicFrameChg>
      </pc:sldChg>
    </pc:docChg>
  </pc:docChgLst>
  <pc:docChgLst>
    <pc:chgData name="Devarajan Korambatta(UST,IN)" userId="4b25da2b-915e-4f05-a1d7-b34c42927540" providerId="ADAL" clId="{0F4C4FF7-0AC8-467A-8BE4-C8910BDCCDE3}"/>
    <pc:docChg chg="undo redo custSel mod addSld delSld modSld sldOrd">
      <pc:chgData name="Devarajan Korambatta(UST,IN)" userId="4b25da2b-915e-4f05-a1d7-b34c42927540" providerId="ADAL" clId="{0F4C4FF7-0AC8-467A-8BE4-C8910BDCCDE3}" dt="2026-02-27T08:53:37.627" v="8419" actId="1076"/>
      <pc:docMkLst>
        <pc:docMk/>
      </pc:docMkLst>
      <pc:sldChg chg="addSp delSp modSp new mod setBg addAnim">
        <pc:chgData name="Devarajan Korambatta(UST,IN)" userId="4b25da2b-915e-4f05-a1d7-b34c42927540" providerId="ADAL" clId="{0F4C4FF7-0AC8-467A-8BE4-C8910BDCCDE3}" dt="2026-02-10T09:17:25.437" v="488" actId="20577"/>
        <pc:sldMkLst>
          <pc:docMk/>
          <pc:sldMk cId="4023504009" sldId="256"/>
        </pc:sldMkLst>
        <pc:spChg chg="mod">
          <ac:chgData name="Devarajan Korambatta(UST,IN)" userId="4b25da2b-915e-4f05-a1d7-b34c42927540" providerId="ADAL" clId="{0F4C4FF7-0AC8-467A-8BE4-C8910BDCCDE3}" dt="2026-02-10T09:17:25.437" v="488" actId="20577"/>
          <ac:spMkLst>
            <pc:docMk/>
            <pc:sldMk cId="4023504009" sldId="256"/>
            <ac:spMk id="2" creationId="{970C214E-DA30-59D0-73A7-BC5C67C14E94}"/>
          </ac:spMkLst>
        </pc:spChg>
        <pc:spChg chg="mod">
          <ac:chgData name="Devarajan Korambatta(UST,IN)" userId="4b25da2b-915e-4f05-a1d7-b34c42927540" providerId="ADAL" clId="{0F4C4FF7-0AC8-467A-8BE4-C8910BDCCDE3}" dt="2026-02-10T08:58:42.581" v="289" actId="26606"/>
          <ac:spMkLst>
            <pc:docMk/>
            <pc:sldMk cId="4023504009" sldId="256"/>
            <ac:spMk id="3" creationId="{A2CB5753-4999-9EA2-36A6-9296CA0CBA38}"/>
          </ac:spMkLst>
        </pc:spChg>
        <pc:spChg chg="add">
          <ac:chgData name="Devarajan Korambatta(UST,IN)" userId="4b25da2b-915e-4f05-a1d7-b34c42927540" providerId="ADAL" clId="{0F4C4FF7-0AC8-467A-8BE4-C8910BDCCDE3}" dt="2026-02-10T08:58:42.581" v="289" actId="26606"/>
          <ac:spMkLst>
            <pc:docMk/>
            <pc:sldMk cId="4023504009" sldId="256"/>
            <ac:spMk id="34" creationId="{C46B2449-FF07-47FC-AA19-DB68D98F32EF}"/>
          </ac:spMkLst>
        </pc:spChg>
        <pc:spChg chg="add">
          <ac:chgData name="Devarajan Korambatta(UST,IN)" userId="4b25da2b-915e-4f05-a1d7-b34c42927540" providerId="ADAL" clId="{0F4C4FF7-0AC8-467A-8BE4-C8910BDCCDE3}" dt="2026-02-10T08:58:42.581" v="289" actId="26606"/>
          <ac:spMkLst>
            <pc:docMk/>
            <pc:sldMk cId="4023504009" sldId="256"/>
            <ac:spMk id="35" creationId="{4E94261F-1ED3-4E90-88E6-13479144005B}"/>
          </ac:spMkLst>
        </pc:spChg>
        <pc:picChg chg="add mod">
          <ac:chgData name="Devarajan Korambatta(UST,IN)" userId="4b25da2b-915e-4f05-a1d7-b34c42927540" providerId="ADAL" clId="{0F4C4FF7-0AC8-467A-8BE4-C8910BDCCDE3}" dt="2026-02-10T08:58:14.984" v="282" actId="962"/>
          <ac:picMkLst>
            <pc:docMk/>
            <pc:sldMk cId="4023504009" sldId="256"/>
            <ac:picMk id="5" creationId="{0B57F659-7876-0FE6-0BBE-3CF5B6C12633}"/>
          </ac:picMkLst>
        </pc:picChg>
      </pc:sldChg>
      <pc:sldChg chg="addSp delSp modSp new add del mod ord setBg setClrOvrMap delDesignElem">
        <pc:chgData name="Devarajan Korambatta(UST,IN)" userId="4b25da2b-915e-4f05-a1d7-b34c42927540" providerId="ADAL" clId="{0F4C4FF7-0AC8-467A-8BE4-C8910BDCCDE3}" dt="2026-02-24T02:39:27.206" v="3997" actId="26606"/>
        <pc:sldMkLst>
          <pc:docMk/>
          <pc:sldMk cId="2922916163" sldId="258"/>
        </pc:sldMkLst>
        <pc:spChg chg="mod">
          <ac:chgData name="Devarajan Korambatta(UST,IN)" userId="4b25da2b-915e-4f05-a1d7-b34c42927540" providerId="ADAL" clId="{0F4C4FF7-0AC8-467A-8BE4-C8910BDCCDE3}" dt="2026-02-24T02:38:43.593" v="3989" actId="26606"/>
          <ac:spMkLst>
            <pc:docMk/>
            <pc:sldMk cId="2922916163" sldId="258"/>
            <ac:spMk id="2" creationId="{C19B0E22-D548-9B62-3A07-69B27C523689}"/>
          </ac:spMkLst>
        </pc:spChg>
        <pc:spChg chg="add">
          <ac:chgData name="Devarajan Korambatta(UST,IN)" userId="4b25da2b-915e-4f05-a1d7-b34c42927540" providerId="ADAL" clId="{0F4C4FF7-0AC8-467A-8BE4-C8910BDCCDE3}" dt="2026-02-24T02:39:27.206" v="3997" actId="26606"/>
          <ac:spMkLst>
            <pc:docMk/>
            <pc:sldMk cId="2922916163" sldId="258"/>
            <ac:spMk id="100" creationId="{BACC6370-2D7E-4714-9D71-7542949D7D5D}"/>
          </ac:spMkLst>
        </pc:spChg>
        <pc:spChg chg="add">
          <ac:chgData name="Devarajan Korambatta(UST,IN)" userId="4b25da2b-915e-4f05-a1d7-b34c42927540" providerId="ADAL" clId="{0F4C4FF7-0AC8-467A-8BE4-C8910BDCCDE3}" dt="2026-02-24T02:39:27.206" v="3997" actId="26606"/>
          <ac:spMkLst>
            <pc:docMk/>
            <pc:sldMk cId="2922916163" sldId="258"/>
            <ac:spMk id="102" creationId="{F68B3F68-107C-434F-AA38-110D5EA91B85}"/>
          </ac:spMkLst>
        </pc:spChg>
        <pc:spChg chg="add">
          <ac:chgData name="Devarajan Korambatta(UST,IN)" userId="4b25da2b-915e-4f05-a1d7-b34c42927540" providerId="ADAL" clId="{0F4C4FF7-0AC8-467A-8BE4-C8910BDCCDE3}" dt="2026-02-24T02:39:27.206" v="3997" actId="26606"/>
          <ac:spMkLst>
            <pc:docMk/>
            <pc:sldMk cId="2922916163" sldId="258"/>
            <ac:spMk id="104" creationId="{AAD0DBB9-1A4B-4391-81D4-CB19F9AB918A}"/>
          </ac:spMkLst>
        </pc:spChg>
        <pc:spChg chg="add">
          <ac:chgData name="Devarajan Korambatta(UST,IN)" userId="4b25da2b-915e-4f05-a1d7-b34c42927540" providerId="ADAL" clId="{0F4C4FF7-0AC8-467A-8BE4-C8910BDCCDE3}" dt="2026-02-24T02:39:27.206" v="3997" actId="26606"/>
          <ac:spMkLst>
            <pc:docMk/>
            <pc:sldMk cId="2922916163" sldId="258"/>
            <ac:spMk id="106" creationId="{063BBA22-50EA-4C4D-BE05-F1CE4E63AA56}"/>
          </ac:spMkLst>
        </pc:spChg>
        <pc:graphicFrameChg chg="add mod modGraphic">
          <ac:chgData name="Devarajan Korambatta(UST,IN)" userId="4b25da2b-915e-4f05-a1d7-b34c42927540" providerId="ADAL" clId="{0F4C4FF7-0AC8-467A-8BE4-C8910BDCCDE3}" dt="2026-02-24T02:39:27.206" v="3997" actId="26606"/>
          <ac:graphicFrameMkLst>
            <pc:docMk/>
            <pc:sldMk cId="2922916163" sldId="258"/>
            <ac:graphicFrameMk id="21" creationId="{C2792A6A-4297-8B99-EA90-F738A542C077}"/>
          </ac:graphicFrameMkLst>
        </pc:graphicFrameChg>
      </pc:sldChg>
      <pc:sldChg chg="addSp delSp modSp new mod modClrScheme chgLayout">
        <pc:chgData name="Devarajan Korambatta(UST,IN)" userId="4b25da2b-915e-4f05-a1d7-b34c42927540" providerId="ADAL" clId="{0F4C4FF7-0AC8-467A-8BE4-C8910BDCCDE3}" dt="2026-02-10T09:13:14.060" v="460" actId="20577"/>
        <pc:sldMkLst>
          <pc:docMk/>
          <pc:sldMk cId="1422610778" sldId="267"/>
        </pc:sldMkLst>
        <pc:spChg chg="add mod">
          <ac:chgData name="Devarajan Korambatta(UST,IN)" userId="4b25da2b-915e-4f05-a1d7-b34c42927540" providerId="ADAL" clId="{0F4C4FF7-0AC8-467A-8BE4-C8910BDCCDE3}" dt="2026-02-10T09:13:14.060" v="460" actId="20577"/>
          <ac:spMkLst>
            <pc:docMk/>
            <pc:sldMk cId="1422610778" sldId="267"/>
            <ac:spMk id="4" creationId="{40AE0865-4F58-31E3-8ABB-7A0B5B4AB107}"/>
          </ac:spMkLst>
        </pc:spChg>
      </pc:sldChg>
      <pc:sldChg chg="modSp add mod">
        <pc:chgData name="Devarajan Korambatta(UST,IN)" userId="4b25da2b-915e-4f05-a1d7-b34c42927540" providerId="ADAL" clId="{0F4C4FF7-0AC8-467A-8BE4-C8910BDCCDE3}" dt="2026-02-18T07:29:03.728" v="752" actId="207"/>
        <pc:sldMkLst>
          <pc:docMk/>
          <pc:sldMk cId="2961037378" sldId="268"/>
        </pc:sldMkLst>
        <pc:spChg chg="mod">
          <ac:chgData name="Devarajan Korambatta(UST,IN)" userId="4b25da2b-915e-4f05-a1d7-b34c42927540" providerId="ADAL" clId="{0F4C4FF7-0AC8-467A-8BE4-C8910BDCCDE3}" dt="2026-02-18T07:28:52.559" v="751" actId="20577"/>
          <ac:spMkLst>
            <pc:docMk/>
            <pc:sldMk cId="2961037378" sldId="268"/>
            <ac:spMk id="2" creationId="{36E8760A-E0E5-D961-E92C-E0E6464E1696}"/>
          </ac:spMkLst>
        </pc:spChg>
        <pc:graphicFrameChg chg="mod modGraphic">
          <ac:chgData name="Devarajan Korambatta(UST,IN)" userId="4b25da2b-915e-4f05-a1d7-b34c42927540" providerId="ADAL" clId="{0F4C4FF7-0AC8-467A-8BE4-C8910BDCCDE3}" dt="2026-02-18T07:29:03.728" v="752" actId="207"/>
          <ac:graphicFrameMkLst>
            <pc:docMk/>
            <pc:sldMk cId="2961037378" sldId="268"/>
            <ac:graphicFrameMk id="113" creationId="{C9AD1D8B-359B-3FDB-997C-1B064B4ECF48}"/>
          </ac:graphicFrameMkLst>
        </pc:graphicFrameChg>
      </pc:sldChg>
      <pc:sldChg chg="delSp add setBg delDesignElem">
        <pc:chgData name="Devarajan Korambatta(UST,IN)" userId="4b25da2b-915e-4f05-a1d7-b34c42927540" providerId="ADAL" clId="{0F4C4FF7-0AC8-467A-8BE4-C8910BDCCDE3}" dt="2026-02-18T07:28:45.040" v="742"/>
        <pc:sldMkLst>
          <pc:docMk/>
          <pc:sldMk cId="1857527767" sldId="269"/>
        </pc:sldMkLst>
      </pc:sldChg>
      <pc:sldChg chg="addSp delSp modSp new mod setBg modClrScheme chgLayout">
        <pc:chgData name="Devarajan Korambatta(UST,IN)" userId="4b25da2b-915e-4f05-a1d7-b34c42927540" providerId="ADAL" clId="{0F4C4FF7-0AC8-467A-8BE4-C8910BDCCDE3}" dt="2026-02-27T07:33:25.163" v="8417" actId="20577"/>
        <pc:sldMkLst>
          <pc:docMk/>
          <pc:sldMk cId="2055498296" sldId="271"/>
        </pc:sldMkLst>
        <pc:spChg chg="add mod ord">
          <ac:chgData name="Devarajan Korambatta(UST,IN)" userId="4b25da2b-915e-4f05-a1d7-b34c42927540" providerId="ADAL" clId="{0F4C4FF7-0AC8-467A-8BE4-C8910BDCCDE3}" dt="2026-02-24T07:23:54.396" v="6063" actId="26606"/>
          <ac:spMkLst>
            <pc:docMk/>
            <pc:sldMk cId="2055498296" sldId="271"/>
            <ac:spMk id="3" creationId="{3E0A3EB8-8D27-5CFC-6220-17C2EC3421B6}"/>
          </ac:spMkLst>
        </pc:spChg>
        <pc:spChg chg="add mod ord">
          <ac:chgData name="Devarajan Korambatta(UST,IN)" userId="4b25da2b-915e-4f05-a1d7-b34c42927540" providerId="ADAL" clId="{0F4C4FF7-0AC8-467A-8BE4-C8910BDCCDE3}" dt="2026-02-27T07:33:25.163" v="8417" actId="20577"/>
          <ac:spMkLst>
            <pc:docMk/>
            <pc:sldMk cId="2055498296" sldId="271"/>
            <ac:spMk id="4" creationId="{F9C888D1-52F5-6842-D09A-816F99545141}"/>
          </ac:spMkLst>
        </pc:spChg>
        <pc:spChg chg="add">
          <ac:chgData name="Devarajan Korambatta(UST,IN)" userId="4b25da2b-915e-4f05-a1d7-b34c42927540" providerId="ADAL" clId="{0F4C4FF7-0AC8-467A-8BE4-C8910BDCCDE3}" dt="2026-02-24T07:23:54.396" v="6063" actId="26606"/>
          <ac:spMkLst>
            <pc:docMk/>
            <pc:sldMk cId="2055498296" sldId="271"/>
            <ac:spMk id="9" creationId="{081EA652-8C6A-4E69-BEB9-170809474553}"/>
          </ac:spMkLst>
        </pc:spChg>
        <pc:spChg chg="add">
          <ac:chgData name="Devarajan Korambatta(UST,IN)" userId="4b25da2b-915e-4f05-a1d7-b34c42927540" providerId="ADAL" clId="{0F4C4FF7-0AC8-467A-8BE4-C8910BDCCDE3}" dt="2026-02-24T07:23:54.396" v="6063" actId="26606"/>
          <ac:spMkLst>
            <pc:docMk/>
            <pc:sldMk cId="2055498296" sldId="271"/>
            <ac:spMk id="11" creationId="{5298780A-33B9-4EA2-8F67-DE68AD62841B}"/>
          </ac:spMkLst>
        </pc:spChg>
        <pc:spChg chg="add">
          <ac:chgData name="Devarajan Korambatta(UST,IN)" userId="4b25da2b-915e-4f05-a1d7-b34c42927540" providerId="ADAL" clId="{0F4C4FF7-0AC8-467A-8BE4-C8910BDCCDE3}" dt="2026-02-24T07:23:54.396" v="6063" actId="26606"/>
          <ac:spMkLst>
            <pc:docMk/>
            <pc:sldMk cId="2055498296" sldId="271"/>
            <ac:spMk id="13" creationId="{7F488E8B-4E1E-4402-8935-D4E6C02615C7}"/>
          </ac:spMkLst>
        </pc:spChg>
        <pc:cxnChg chg="add">
          <ac:chgData name="Devarajan Korambatta(UST,IN)" userId="4b25da2b-915e-4f05-a1d7-b34c42927540" providerId="ADAL" clId="{0F4C4FF7-0AC8-467A-8BE4-C8910BDCCDE3}" dt="2026-02-24T07:23:54.396" v="6063" actId="26606"/>
          <ac:cxnSpMkLst>
            <pc:docMk/>
            <pc:sldMk cId="2055498296" sldId="271"/>
            <ac:cxnSpMk id="15" creationId="{23AAC9B5-8015-485C-ACF9-A750390E9A56}"/>
          </ac:cxnSpMkLst>
        </pc:cxnChg>
      </pc:sldChg>
      <pc:sldChg chg="addSp delSp modSp add mod setBg delDesignElem">
        <pc:chgData name="Devarajan Korambatta(UST,IN)" userId="4b25da2b-915e-4f05-a1d7-b34c42927540" providerId="ADAL" clId="{0F4C4FF7-0AC8-467A-8BE4-C8910BDCCDE3}" dt="2026-02-19T13:28:27.673" v="2914" actId="26606"/>
        <pc:sldMkLst>
          <pc:docMk/>
          <pc:sldMk cId="3991268925" sldId="273"/>
        </pc:sldMkLst>
        <pc:spChg chg="mod">
          <ac:chgData name="Devarajan Korambatta(UST,IN)" userId="4b25da2b-915e-4f05-a1d7-b34c42927540" providerId="ADAL" clId="{0F4C4FF7-0AC8-467A-8BE4-C8910BDCCDE3}" dt="2026-02-19T13:28:27.673" v="2914" actId="26606"/>
          <ac:spMkLst>
            <pc:docMk/>
            <pc:sldMk cId="3991268925" sldId="273"/>
            <ac:spMk id="2" creationId="{17857A50-9270-2B07-DD7C-33478853522E}"/>
          </ac:spMkLst>
        </pc:spChg>
        <pc:spChg chg="add">
          <ac:chgData name="Devarajan Korambatta(UST,IN)" userId="4b25da2b-915e-4f05-a1d7-b34c42927540" providerId="ADAL" clId="{0F4C4FF7-0AC8-467A-8BE4-C8910BDCCDE3}" dt="2026-02-19T13:28:27.673" v="2914" actId="26606"/>
          <ac:spMkLst>
            <pc:docMk/>
            <pc:sldMk cId="3991268925" sldId="273"/>
            <ac:spMk id="4" creationId="{EFA9B6C6-A247-48A8-9A1C-1E36FA9456B5}"/>
          </ac:spMkLst>
        </pc:spChg>
        <pc:spChg chg="add">
          <ac:chgData name="Devarajan Korambatta(UST,IN)" userId="4b25da2b-915e-4f05-a1d7-b34c42927540" providerId="ADAL" clId="{0F4C4FF7-0AC8-467A-8BE4-C8910BDCCDE3}" dt="2026-02-19T13:28:27.673" v="2914" actId="26606"/>
          <ac:spMkLst>
            <pc:docMk/>
            <pc:sldMk cId="3991268925" sldId="273"/>
            <ac:spMk id="5" creationId="{C5CB530E-515E-412C-9DF1-5F8FFBD6F383}"/>
          </ac:spMkLst>
        </pc:spChg>
        <pc:spChg chg="add">
          <ac:chgData name="Devarajan Korambatta(UST,IN)" userId="4b25da2b-915e-4f05-a1d7-b34c42927540" providerId="ADAL" clId="{0F4C4FF7-0AC8-467A-8BE4-C8910BDCCDE3}" dt="2026-02-19T13:28:27.673" v="2914" actId="26606"/>
          <ac:spMkLst>
            <pc:docMk/>
            <pc:sldMk cId="3991268925" sldId="273"/>
            <ac:spMk id="6" creationId="{712D4376-A578-4FF1-94FC-245E7A6A489F}"/>
          </ac:spMkLst>
        </pc:spChg>
        <pc:spChg chg="add">
          <ac:chgData name="Devarajan Korambatta(UST,IN)" userId="4b25da2b-915e-4f05-a1d7-b34c42927540" providerId="ADAL" clId="{0F4C4FF7-0AC8-467A-8BE4-C8910BDCCDE3}" dt="2026-02-19T13:28:27.673" v="2914" actId="26606"/>
          <ac:spMkLst>
            <pc:docMk/>
            <pc:sldMk cId="3991268925" sldId="273"/>
            <ac:spMk id="8" creationId="{AEA7509D-F04F-40CB-A0B3-EEF16499CC9F}"/>
          </ac:spMkLst>
        </pc:spChg>
        <pc:cxnChg chg="add">
          <ac:chgData name="Devarajan Korambatta(UST,IN)" userId="4b25da2b-915e-4f05-a1d7-b34c42927540" providerId="ADAL" clId="{0F4C4FF7-0AC8-467A-8BE4-C8910BDCCDE3}" dt="2026-02-19T13:28:27.673" v="2914" actId="26606"/>
          <ac:cxnSpMkLst>
            <pc:docMk/>
            <pc:sldMk cId="3991268925" sldId="273"/>
            <ac:cxnSpMk id="15" creationId="{56020367-4FD5-4596-8E10-C5F095CD8DBF}"/>
          </ac:cxnSpMkLst>
        </pc:cxnChg>
      </pc:sldChg>
      <pc:sldChg chg="addSp delSp modSp add mod setBg delDesignElem">
        <pc:chgData name="Devarajan Korambatta(UST,IN)" userId="4b25da2b-915e-4f05-a1d7-b34c42927540" providerId="ADAL" clId="{0F4C4FF7-0AC8-467A-8BE4-C8910BDCCDE3}" dt="2026-02-19T13:28:21.205" v="2913" actId="26606"/>
        <pc:sldMkLst>
          <pc:docMk/>
          <pc:sldMk cId="1620231233" sldId="274"/>
        </pc:sldMkLst>
        <pc:spChg chg="mod">
          <ac:chgData name="Devarajan Korambatta(UST,IN)" userId="4b25da2b-915e-4f05-a1d7-b34c42927540" providerId="ADAL" clId="{0F4C4FF7-0AC8-467A-8BE4-C8910BDCCDE3}" dt="2026-02-19T13:28:21.205" v="2913" actId="26606"/>
          <ac:spMkLst>
            <pc:docMk/>
            <pc:sldMk cId="1620231233" sldId="274"/>
            <ac:spMk id="2" creationId="{4240D78F-62D9-7006-B919-B81BE3E3E857}"/>
          </ac:spMkLst>
        </pc:spChg>
        <pc:spChg chg="add">
          <ac:chgData name="Devarajan Korambatta(UST,IN)" userId="4b25da2b-915e-4f05-a1d7-b34c42927540" providerId="ADAL" clId="{0F4C4FF7-0AC8-467A-8BE4-C8910BDCCDE3}" dt="2026-02-19T13:28:21.205" v="2913" actId="26606"/>
          <ac:spMkLst>
            <pc:docMk/>
            <pc:sldMk cId="1620231233" sldId="274"/>
            <ac:spMk id="4" creationId="{EFA9B6C6-A247-48A8-9A1C-1E36FA9456B5}"/>
          </ac:spMkLst>
        </pc:spChg>
        <pc:spChg chg="add">
          <ac:chgData name="Devarajan Korambatta(UST,IN)" userId="4b25da2b-915e-4f05-a1d7-b34c42927540" providerId="ADAL" clId="{0F4C4FF7-0AC8-467A-8BE4-C8910BDCCDE3}" dt="2026-02-19T13:28:21.205" v="2913" actId="26606"/>
          <ac:spMkLst>
            <pc:docMk/>
            <pc:sldMk cId="1620231233" sldId="274"/>
            <ac:spMk id="5" creationId="{C5CB530E-515E-412C-9DF1-5F8FFBD6F383}"/>
          </ac:spMkLst>
        </pc:spChg>
        <pc:spChg chg="add">
          <ac:chgData name="Devarajan Korambatta(UST,IN)" userId="4b25da2b-915e-4f05-a1d7-b34c42927540" providerId="ADAL" clId="{0F4C4FF7-0AC8-467A-8BE4-C8910BDCCDE3}" dt="2026-02-19T13:28:21.205" v="2913" actId="26606"/>
          <ac:spMkLst>
            <pc:docMk/>
            <pc:sldMk cId="1620231233" sldId="274"/>
            <ac:spMk id="6" creationId="{712D4376-A578-4FF1-94FC-245E7A6A489F}"/>
          </ac:spMkLst>
        </pc:spChg>
        <pc:spChg chg="add">
          <ac:chgData name="Devarajan Korambatta(UST,IN)" userId="4b25da2b-915e-4f05-a1d7-b34c42927540" providerId="ADAL" clId="{0F4C4FF7-0AC8-467A-8BE4-C8910BDCCDE3}" dt="2026-02-19T13:28:21.205" v="2913" actId="26606"/>
          <ac:spMkLst>
            <pc:docMk/>
            <pc:sldMk cId="1620231233" sldId="274"/>
            <ac:spMk id="8" creationId="{AEA7509D-F04F-40CB-A0B3-EEF16499CC9F}"/>
          </ac:spMkLst>
        </pc:spChg>
        <pc:cxnChg chg="add">
          <ac:chgData name="Devarajan Korambatta(UST,IN)" userId="4b25da2b-915e-4f05-a1d7-b34c42927540" providerId="ADAL" clId="{0F4C4FF7-0AC8-467A-8BE4-C8910BDCCDE3}" dt="2026-02-19T13:28:21.205" v="2913" actId="26606"/>
          <ac:cxnSpMkLst>
            <pc:docMk/>
            <pc:sldMk cId="1620231233" sldId="274"/>
            <ac:cxnSpMk id="15" creationId="{56020367-4FD5-4596-8E10-C5F095CD8DBF}"/>
          </ac:cxnSpMkLst>
        </pc:cxnChg>
      </pc:sldChg>
      <pc:sldChg chg="addSp delSp modSp add mod setBg delDesignElem">
        <pc:chgData name="Devarajan Korambatta(UST,IN)" userId="4b25da2b-915e-4f05-a1d7-b34c42927540" providerId="ADAL" clId="{0F4C4FF7-0AC8-467A-8BE4-C8910BDCCDE3}" dt="2026-02-19T13:28:37.067" v="2915" actId="26606"/>
        <pc:sldMkLst>
          <pc:docMk/>
          <pc:sldMk cId="2164665457" sldId="275"/>
        </pc:sldMkLst>
        <pc:spChg chg="mod">
          <ac:chgData name="Devarajan Korambatta(UST,IN)" userId="4b25da2b-915e-4f05-a1d7-b34c42927540" providerId="ADAL" clId="{0F4C4FF7-0AC8-467A-8BE4-C8910BDCCDE3}" dt="2026-02-19T13:28:37.067" v="2915" actId="26606"/>
          <ac:spMkLst>
            <pc:docMk/>
            <pc:sldMk cId="2164665457" sldId="275"/>
            <ac:spMk id="2" creationId="{7C9663AC-6A03-7D65-FD36-FB5825F8E2BA}"/>
          </ac:spMkLst>
        </pc:spChg>
        <pc:spChg chg="add">
          <ac:chgData name="Devarajan Korambatta(UST,IN)" userId="4b25da2b-915e-4f05-a1d7-b34c42927540" providerId="ADAL" clId="{0F4C4FF7-0AC8-467A-8BE4-C8910BDCCDE3}" dt="2026-02-19T13:28:37.067" v="2915" actId="26606"/>
          <ac:spMkLst>
            <pc:docMk/>
            <pc:sldMk cId="2164665457" sldId="275"/>
            <ac:spMk id="4" creationId="{EFA9B6C6-A247-48A8-9A1C-1E36FA9456B5}"/>
          </ac:spMkLst>
        </pc:spChg>
        <pc:spChg chg="add">
          <ac:chgData name="Devarajan Korambatta(UST,IN)" userId="4b25da2b-915e-4f05-a1d7-b34c42927540" providerId="ADAL" clId="{0F4C4FF7-0AC8-467A-8BE4-C8910BDCCDE3}" dt="2026-02-19T13:28:37.067" v="2915" actId="26606"/>
          <ac:spMkLst>
            <pc:docMk/>
            <pc:sldMk cId="2164665457" sldId="275"/>
            <ac:spMk id="5" creationId="{C5CB530E-515E-412C-9DF1-5F8FFBD6F383}"/>
          </ac:spMkLst>
        </pc:spChg>
        <pc:spChg chg="add">
          <ac:chgData name="Devarajan Korambatta(UST,IN)" userId="4b25da2b-915e-4f05-a1d7-b34c42927540" providerId="ADAL" clId="{0F4C4FF7-0AC8-467A-8BE4-C8910BDCCDE3}" dt="2026-02-19T13:28:37.067" v="2915" actId="26606"/>
          <ac:spMkLst>
            <pc:docMk/>
            <pc:sldMk cId="2164665457" sldId="275"/>
            <ac:spMk id="6" creationId="{712D4376-A578-4FF1-94FC-245E7A6A489F}"/>
          </ac:spMkLst>
        </pc:spChg>
        <pc:spChg chg="add">
          <ac:chgData name="Devarajan Korambatta(UST,IN)" userId="4b25da2b-915e-4f05-a1d7-b34c42927540" providerId="ADAL" clId="{0F4C4FF7-0AC8-467A-8BE4-C8910BDCCDE3}" dt="2026-02-19T13:28:37.067" v="2915" actId="26606"/>
          <ac:spMkLst>
            <pc:docMk/>
            <pc:sldMk cId="2164665457" sldId="275"/>
            <ac:spMk id="8" creationId="{AEA7509D-F04F-40CB-A0B3-EEF16499CC9F}"/>
          </ac:spMkLst>
        </pc:spChg>
        <pc:cxnChg chg="add">
          <ac:chgData name="Devarajan Korambatta(UST,IN)" userId="4b25da2b-915e-4f05-a1d7-b34c42927540" providerId="ADAL" clId="{0F4C4FF7-0AC8-467A-8BE4-C8910BDCCDE3}" dt="2026-02-19T13:28:37.067" v="2915" actId="26606"/>
          <ac:cxnSpMkLst>
            <pc:docMk/>
            <pc:sldMk cId="2164665457" sldId="275"/>
            <ac:cxnSpMk id="15" creationId="{56020367-4FD5-4596-8E10-C5F095CD8DBF}"/>
          </ac:cxnSpMkLst>
        </pc:cxnChg>
      </pc:sldChg>
      <pc:sldChg chg="addSp delSp modSp new mod ord setBg modClrScheme chgLayout">
        <pc:chgData name="Devarajan Korambatta(UST,IN)" userId="4b25da2b-915e-4f05-a1d7-b34c42927540" providerId="ADAL" clId="{0F4C4FF7-0AC8-467A-8BE4-C8910BDCCDE3}" dt="2026-02-24T07:46:09.724" v="6936" actId="20577"/>
        <pc:sldMkLst>
          <pc:docMk/>
          <pc:sldMk cId="573650296" sldId="276"/>
        </pc:sldMkLst>
        <pc:spChg chg="add mod ord">
          <ac:chgData name="Devarajan Korambatta(UST,IN)" userId="4b25da2b-915e-4f05-a1d7-b34c42927540" providerId="ADAL" clId="{0F4C4FF7-0AC8-467A-8BE4-C8910BDCCDE3}" dt="2026-02-24T02:53:22.508" v="4044" actId="20577"/>
          <ac:spMkLst>
            <pc:docMk/>
            <pc:sldMk cId="573650296" sldId="276"/>
            <ac:spMk id="3" creationId="{C4AA5E3D-7F86-F21A-D595-8EC5B1CC8EF7}"/>
          </ac:spMkLst>
        </pc:spChg>
        <pc:graphicFrameChg chg="add mod modGraphic">
          <ac:chgData name="Devarajan Korambatta(UST,IN)" userId="4b25da2b-915e-4f05-a1d7-b34c42927540" providerId="ADAL" clId="{0F4C4FF7-0AC8-467A-8BE4-C8910BDCCDE3}" dt="2026-02-24T07:46:09.724" v="6936" actId="20577"/>
          <ac:graphicFrameMkLst>
            <pc:docMk/>
            <pc:sldMk cId="573650296" sldId="276"/>
            <ac:graphicFrameMk id="10" creationId="{EBEC1D6D-3A0A-EA1C-DEE0-2072E4FB4269}"/>
          </ac:graphicFrameMkLst>
        </pc:graphicFrameChg>
      </pc:sldChg>
      <pc:sldChg chg="addSp delSp modSp add mod ord setBg">
        <pc:chgData name="Devarajan Korambatta(UST,IN)" userId="4b25da2b-915e-4f05-a1d7-b34c42927540" providerId="ADAL" clId="{0F4C4FF7-0AC8-467A-8BE4-C8910BDCCDE3}" dt="2026-02-24T02:40:10.037" v="4002" actId="113"/>
        <pc:sldMkLst>
          <pc:docMk/>
          <pc:sldMk cId="263717349" sldId="277"/>
        </pc:sldMkLst>
        <pc:spChg chg="mod">
          <ac:chgData name="Devarajan Korambatta(UST,IN)" userId="4b25da2b-915e-4f05-a1d7-b34c42927540" providerId="ADAL" clId="{0F4C4FF7-0AC8-467A-8BE4-C8910BDCCDE3}" dt="2026-02-19T07:29:02.187" v="2551" actId="26606"/>
          <ac:spMkLst>
            <pc:docMk/>
            <pc:sldMk cId="263717349" sldId="277"/>
            <ac:spMk id="3" creationId="{17F0FBC4-5FF3-BEC4-6D02-7CF10AEB5B4E}"/>
          </ac:spMkLst>
        </pc:spChg>
        <pc:spChg chg="add">
          <ac:chgData name="Devarajan Korambatta(UST,IN)" userId="4b25da2b-915e-4f05-a1d7-b34c42927540" providerId="ADAL" clId="{0F4C4FF7-0AC8-467A-8BE4-C8910BDCCDE3}" dt="2026-02-19T07:33:17.092" v="2574" actId="26606"/>
          <ac:spMkLst>
            <pc:docMk/>
            <pc:sldMk cId="263717349" sldId="277"/>
            <ac:spMk id="24" creationId="{B50AB553-2A96-4A92-96F2-93548E096954}"/>
          </ac:spMkLst>
        </pc:spChg>
        <pc:graphicFrameChg chg="add mod modGraphic">
          <ac:chgData name="Devarajan Korambatta(UST,IN)" userId="4b25da2b-915e-4f05-a1d7-b34c42927540" providerId="ADAL" clId="{0F4C4FF7-0AC8-467A-8BE4-C8910BDCCDE3}" dt="2026-02-24T02:40:10.037" v="4002" actId="113"/>
          <ac:graphicFrameMkLst>
            <pc:docMk/>
            <pc:sldMk cId="263717349" sldId="277"/>
            <ac:graphicFrameMk id="11" creationId="{DAA15E32-6A0B-25A0-9321-E3298DCEE9C8}"/>
          </ac:graphicFrameMkLst>
        </pc:graphicFrameChg>
        <pc:picChg chg="add mod">
          <ac:chgData name="Devarajan Korambatta(UST,IN)" userId="4b25da2b-915e-4f05-a1d7-b34c42927540" providerId="ADAL" clId="{0F4C4FF7-0AC8-467A-8BE4-C8910BDCCDE3}" dt="2026-02-19T07:33:17.092" v="2574" actId="26606"/>
          <ac:picMkLst>
            <pc:docMk/>
            <pc:sldMk cId="263717349" sldId="277"/>
            <ac:picMk id="10" creationId="{A6BCA5AD-A68A-6AF5-60AC-B09C843C60C5}"/>
          </ac:picMkLst>
        </pc:picChg>
      </pc:sldChg>
      <pc:sldChg chg="addSp delSp modSp add mod setBg">
        <pc:chgData name="Devarajan Korambatta(UST,IN)" userId="4b25da2b-915e-4f05-a1d7-b34c42927540" providerId="ADAL" clId="{0F4C4FF7-0AC8-467A-8BE4-C8910BDCCDE3}" dt="2026-02-24T07:40:30.667" v="6918" actId="20577"/>
        <pc:sldMkLst>
          <pc:docMk/>
          <pc:sldMk cId="3805790384" sldId="280"/>
        </pc:sldMkLst>
        <pc:spChg chg="mod">
          <ac:chgData name="Devarajan Korambatta(UST,IN)" userId="4b25da2b-915e-4f05-a1d7-b34c42927540" providerId="ADAL" clId="{0F4C4FF7-0AC8-467A-8BE4-C8910BDCCDE3}" dt="2026-02-18T08:06:26.216" v="1835" actId="26606"/>
          <ac:spMkLst>
            <pc:docMk/>
            <pc:sldMk cId="3805790384" sldId="280"/>
            <ac:spMk id="3" creationId="{E9AFCEF9-03A0-37B2-0039-9AE2CF00AAD4}"/>
          </ac:spMkLst>
        </pc:spChg>
        <pc:spChg chg="mod">
          <ac:chgData name="Devarajan Korambatta(UST,IN)" userId="4b25da2b-915e-4f05-a1d7-b34c42927540" providerId="ADAL" clId="{0F4C4FF7-0AC8-467A-8BE4-C8910BDCCDE3}" dt="2026-02-24T07:40:30.667" v="6918" actId="20577"/>
          <ac:spMkLst>
            <pc:docMk/>
            <pc:sldMk cId="3805790384" sldId="280"/>
            <ac:spMk id="4" creationId="{7A2AEAAE-C77B-21F2-6AB1-7B6EBD514336}"/>
          </ac:spMkLst>
        </pc:spChg>
        <pc:spChg chg="add">
          <ac:chgData name="Devarajan Korambatta(UST,IN)" userId="4b25da2b-915e-4f05-a1d7-b34c42927540" providerId="ADAL" clId="{0F4C4FF7-0AC8-467A-8BE4-C8910BDCCDE3}" dt="2026-02-18T08:06:26.216" v="1835" actId="26606"/>
          <ac:spMkLst>
            <pc:docMk/>
            <pc:sldMk cId="3805790384" sldId="280"/>
            <ac:spMk id="17" creationId="{A2679492-7988-4050-9056-542444452411}"/>
          </ac:spMkLst>
        </pc:spChg>
        <pc:spChg chg="add">
          <ac:chgData name="Devarajan Korambatta(UST,IN)" userId="4b25da2b-915e-4f05-a1d7-b34c42927540" providerId="ADAL" clId="{0F4C4FF7-0AC8-467A-8BE4-C8910BDCCDE3}" dt="2026-02-18T08:06:26.216" v="1835" actId="26606"/>
          <ac:spMkLst>
            <pc:docMk/>
            <pc:sldMk cId="3805790384" sldId="280"/>
            <ac:spMk id="19" creationId="{B091B163-7D61-4891-ABCF-5C13D9C418D0}"/>
          </ac:spMkLst>
        </pc:spChg>
        <pc:grpChg chg="add">
          <ac:chgData name="Devarajan Korambatta(UST,IN)" userId="4b25da2b-915e-4f05-a1d7-b34c42927540" providerId="ADAL" clId="{0F4C4FF7-0AC8-467A-8BE4-C8910BDCCDE3}" dt="2026-02-18T08:06:26.216" v="1835" actId="26606"/>
          <ac:grpSpMkLst>
            <pc:docMk/>
            <pc:sldMk cId="3805790384" sldId="280"/>
            <ac:grpSpMk id="20" creationId="{0474DF76-993E-44DE-AFB0-C416182ACECF}"/>
          </ac:grpSpMkLst>
        </pc:grpChg>
        <pc:cxnChg chg="add">
          <ac:chgData name="Devarajan Korambatta(UST,IN)" userId="4b25da2b-915e-4f05-a1d7-b34c42927540" providerId="ADAL" clId="{0F4C4FF7-0AC8-467A-8BE4-C8910BDCCDE3}" dt="2026-02-18T08:06:26.216" v="1835" actId="26606"/>
          <ac:cxnSpMkLst>
            <pc:docMk/>
            <pc:sldMk cId="3805790384" sldId="280"/>
            <ac:cxnSpMk id="18" creationId="{C49DA8F6-BCC1-4447-B54C-57856834B94B}"/>
          </ac:cxnSpMkLst>
        </pc:cxnChg>
      </pc:sldChg>
      <pc:sldChg chg="addSp delSp modSp add mod setBg">
        <pc:chgData name="Devarajan Korambatta(UST,IN)" userId="4b25da2b-915e-4f05-a1d7-b34c42927540" providerId="ADAL" clId="{0F4C4FF7-0AC8-467A-8BE4-C8910BDCCDE3}" dt="2026-02-20T14:17:47.792" v="3815" actId="26606"/>
        <pc:sldMkLst>
          <pc:docMk/>
          <pc:sldMk cId="2151019479" sldId="281"/>
        </pc:sldMkLst>
        <pc:spChg chg="mod">
          <ac:chgData name="Devarajan Korambatta(UST,IN)" userId="4b25da2b-915e-4f05-a1d7-b34c42927540" providerId="ADAL" clId="{0F4C4FF7-0AC8-467A-8BE4-C8910BDCCDE3}" dt="2026-02-20T14:17:47.792" v="3815" actId="26606"/>
          <ac:spMkLst>
            <pc:docMk/>
            <pc:sldMk cId="2151019479" sldId="281"/>
            <ac:spMk id="3" creationId="{380E8A25-D62D-E104-E58A-25E696DF7794}"/>
          </ac:spMkLst>
        </pc:spChg>
        <pc:spChg chg="add">
          <ac:chgData name="Devarajan Korambatta(UST,IN)" userId="4b25da2b-915e-4f05-a1d7-b34c42927540" providerId="ADAL" clId="{0F4C4FF7-0AC8-467A-8BE4-C8910BDCCDE3}" dt="2026-02-20T14:17:47.792" v="3815" actId="26606"/>
          <ac:spMkLst>
            <pc:docMk/>
            <pc:sldMk cId="2151019479" sldId="281"/>
            <ac:spMk id="31" creationId="{A8384FB5-9ADC-4DDC-881B-597D56F5B15D}"/>
          </ac:spMkLst>
        </pc:spChg>
        <pc:spChg chg="add">
          <ac:chgData name="Devarajan Korambatta(UST,IN)" userId="4b25da2b-915e-4f05-a1d7-b34c42927540" providerId="ADAL" clId="{0F4C4FF7-0AC8-467A-8BE4-C8910BDCCDE3}" dt="2026-02-20T14:17:47.792" v="3815" actId="26606"/>
          <ac:spMkLst>
            <pc:docMk/>
            <pc:sldMk cId="2151019479" sldId="281"/>
            <ac:spMk id="33" creationId="{1199E1B1-A8C0-4FE8-A5A8-1CB41D69F857}"/>
          </ac:spMkLst>
        </pc:spChg>
        <pc:spChg chg="add">
          <ac:chgData name="Devarajan Korambatta(UST,IN)" userId="4b25da2b-915e-4f05-a1d7-b34c42927540" providerId="ADAL" clId="{0F4C4FF7-0AC8-467A-8BE4-C8910BDCCDE3}" dt="2026-02-20T14:17:47.792" v="3815" actId="26606"/>
          <ac:spMkLst>
            <pc:docMk/>
            <pc:sldMk cId="2151019479" sldId="281"/>
            <ac:spMk id="35" creationId="{84A8DE83-DE75-4B41-9DB4-A7EC0B0DEC0B}"/>
          </ac:spMkLst>
        </pc:spChg>
        <pc:spChg chg="add">
          <ac:chgData name="Devarajan Korambatta(UST,IN)" userId="4b25da2b-915e-4f05-a1d7-b34c42927540" providerId="ADAL" clId="{0F4C4FF7-0AC8-467A-8BE4-C8910BDCCDE3}" dt="2026-02-20T14:17:47.792" v="3815" actId="26606"/>
          <ac:spMkLst>
            <pc:docMk/>
            <pc:sldMk cId="2151019479" sldId="281"/>
            <ac:spMk id="37" creationId="{A7009A0A-BEF5-4EAC-AF15-E4F9F002E239}"/>
          </ac:spMkLst>
        </pc:spChg>
        <pc:graphicFrameChg chg="add mod modGraphic">
          <ac:chgData name="Devarajan Korambatta(UST,IN)" userId="4b25da2b-915e-4f05-a1d7-b34c42927540" providerId="ADAL" clId="{0F4C4FF7-0AC8-467A-8BE4-C8910BDCCDE3}" dt="2026-02-20T14:17:47.792" v="3815" actId="26606"/>
          <ac:graphicFrameMkLst>
            <pc:docMk/>
            <pc:sldMk cId="2151019479" sldId="281"/>
            <ac:graphicFrameMk id="7" creationId="{6EEC4F70-4907-D849-C68A-C856A8737F91}"/>
          </ac:graphicFrameMkLst>
        </pc:graphicFrameChg>
      </pc:sldChg>
      <pc:sldChg chg="addSp delSp modSp add mod setBg">
        <pc:chgData name="Devarajan Korambatta(UST,IN)" userId="4b25da2b-915e-4f05-a1d7-b34c42927540" providerId="ADAL" clId="{0F4C4FF7-0AC8-467A-8BE4-C8910BDCCDE3}" dt="2026-02-19T13:30:21.860" v="2920" actId="26606"/>
        <pc:sldMkLst>
          <pc:docMk/>
          <pc:sldMk cId="357501900" sldId="284"/>
        </pc:sldMkLst>
        <pc:spChg chg="mod">
          <ac:chgData name="Devarajan Korambatta(UST,IN)" userId="4b25da2b-915e-4f05-a1d7-b34c42927540" providerId="ADAL" clId="{0F4C4FF7-0AC8-467A-8BE4-C8910BDCCDE3}" dt="2026-02-19T13:30:21.860" v="2920" actId="26606"/>
          <ac:spMkLst>
            <pc:docMk/>
            <pc:sldMk cId="357501900" sldId="284"/>
            <ac:spMk id="3" creationId="{ED75E0E1-E6D5-A2B4-F58F-7660E47563F7}"/>
          </ac:spMkLst>
        </pc:spChg>
        <pc:spChg chg="add">
          <ac:chgData name="Devarajan Korambatta(UST,IN)" userId="4b25da2b-915e-4f05-a1d7-b34c42927540" providerId="ADAL" clId="{0F4C4FF7-0AC8-467A-8BE4-C8910BDCCDE3}" dt="2026-02-19T13:30:21.860" v="2920" actId="26606"/>
          <ac:spMkLst>
            <pc:docMk/>
            <pc:sldMk cId="357501900" sldId="284"/>
            <ac:spMk id="10" creationId="{BACC6370-2D7E-4714-9D71-7542949D7D5D}"/>
          </ac:spMkLst>
        </pc:spChg>
        <pc:spChg chg="add">
          <ac:chgData name="Devarajan Korambatta(UST,IN)" userId="4b25da2b-915e-4f05-a1d7-b34c42927540" providerId="ADAL" clId="{0F4C4FF7-0AC8-467A-8BE4-C8910BDCCDE3}" dt="2026-02-19T13:30:21.860" v="2920" actId="26606"/>
          <ac:spMkLst>
            <pc:docMk/>
            <pc:sldMk cId="357501900" sldId="284"/>
            <ac:spMk id="12" creationId="{F68B3F68-107C-434F-AA38-110D5EA91B85}"/>
          </ac:spMkLst>
        </pc:spChg>
        <pc:spChg chg="add">
          <ac:chgData name="Devarajan Korambatta(UST,IN)" userId="4b25da2b-915e-4f05-a1d7-b34c42927540" providerId="ADAL" clId="{0F4C4FF7-0AC8-467A-8BE4-C8910BDCCDE3}" dt="2026-02-19T13:30:21.860" v="2920" actId="26606"/>
          <ac:spMkLst>
            <pc:docMk/>
            <pc:sldMk cId="357501900" sldId="284"/>
            <ac:spMk id="14" creationId="{AAD0DBB9-1A4B-4391-81D4-CB19F9AB918A}"/>
          </ac:spMkLst>
        </pc:spChg>
        <pc:spChg chg="add">
          <ac:chgData name="Devarajan Korambatta(UST,IN)" userId="4b25da2b-915e-4f05-a1d7-b34c42927540" providerId="ADAL" clId="{0F4C4FF7-0AC8-467A-8BE4-C8910BDCCDE3}" dt="2026-02-19T13:30:21.860" v="2920" actId="26606"/>
          <ac:spMkLst>
            <pc:docMk/>
            <pc:sldMk cId="357501900" sldId="284"/>
            <ac:spMk id="16" creationId="{063BBA22-50EA-4C4D-BE05-F1CE4E63AA56}"/>
          </ac:spMkLst>
        </pc:spChg>
        <pc:graphicFrameChg chg="add">
          <ac:chgData name="Devarajan Korambatta(UST,IN)" userId="4b25da2b-915e-4f05-a1d7-b34c42927540" providerId="ADAL" clId="{0F4C4FF7-0AC8-467A-8BE4-C8910BDCCDE3}" dt="2026-02-19T13:30:21.860" v="2920" actId="26606"/>
          <ac:graphicFrameMkLst>
            <pc:docMk/>
            <pc:sldMk cId="357501900" sldId="284"/>
            <ac:graphicFrameMk id="6" creationId="{EF70AD35-E874-50EA-9275-6AA34E9C5CDA}"/>
          </ac:graphicFrameMkLst>
        </pc:graphicFrameChg>
      </pc:sldChg>
      <pc:sldChg chg="addSp delSp modSp add mod setBg">
        <pc:chgData name="Devarajan Korambatta(UST,IN)" userId="4b25da2b-915e-4f05-a1d7-b34c42927540" providerId="ADAL" clId="{0F4C4FF7-0AC8-467A-8BE4-C8910BDCCDE3}" dt="2026-02-19T13:29:11.075" v="2916" actId="26606"/>
        <pc:sldMkLst>
          <pc:docMk/>
          <pc:sldMk cId="2865052559" sldId="286"/>
        </pc:sldMkLst>
        <pc:spChg chg="mod">
          <ac:chgData name="Devarajan Korambatta(UST,IN)" userId="4b25da2b-915e-4f05-a1d7-b34c42927540" providerId="ADAL" clId="{0F4C4FF7-0AC8-467A-8BE4-C8910BDCCDE3}" dt="2026-02-19T13:29:11.075" v="2916" actId="26606"/>
          <ac:spMkLst>
            <pc:docMk/>
            <pc:sldMk cId="2865052559" sldId="286"/>
            <ac:spMk id="3" creationId="{65FD0CEF-78FF-4280-24FD-810A94DF14A3}"/>
          </ac:spMkLst>
        </pc:spChg>
        <pc:spChg chg="add">
          <ac:chgData name="Devarajan Korambatta(UST,IN)" userId="4b25da2b-915e-4f05-a1d7-b34c42927540" providerId="ADAL" clId="{0F4C4FF7-0AC8-467A-8BE4-C8910BDCCDE3}" dt="2026-02-19T13:29:11.075" v="2916" actId="26606"/>
          <ac:spMkLst>
            <pc:docMk/>
            <pc:sldMk cId="2865052559" sldId="286"/>
            <ac:spMk id="11" creationId="{2659FDB4-FCBE-4A89-B46D-43D4FA54464D}"/>
          </ac:spMkLst>
        </pc:spChg>
        <pc:graphicFrameChg chg="add mod modGraphic">
          <ac:chgData name="Devarajan Korambatta(UST,IN)" userId="4b25da2b-915e-4f05-a1d7-b34c42927540" providerId="ADAL" clId="{0F4C4FF7-0AC8-467A-8BE4-C8910BDCCDE3}" dt="2026-02-19T13:29:11.075" v="2916" actId="26606"/>
          <ac:graphicFrameMkLst>
            <pc:docMk/>
            <pc:sldMk cId="2865052559" sldId="286"/>
            <ac:graphicFrameMk id="6" creationId="{0CB8D48D-0013-4877-6C6E-C157369E278D}"/>
          </ac:graphicFrameMkLst>
        </pc:graphicFrameChg>
        <pc:cxnChg chg="add">
          <ac:chgData name="Devarajan Korambatta(UST,IN)" userId="4b25da2b-915e-4f05-a1d7-b34c42927540" providerId="ADAL" clId="{0F4C4FF7-0AC8-467A-8BE4-C8910BDCCDE3}" dt="2026-02-19T13:29:11.075" v="2916" actId="26606"/>
          <ac:cxnSpMkLst>
            <pc:docMk/>
            <pc:sldMk cId="2865052559" sldId="286"/>
            <ac:cxnSpMk id="13" creationId="{C8F51B3F-8331-4E4A-AE96-D47B1006EEAD}"/>
          </ac:cxnSpMkLst>
        </pc:cxnChg>
      </pc:sldChg>
      <pc:sldChg chg="addSp delSp modSp add mod">
        <pc:chgData name="Devarajan Korambatta(UST,IN)" userId="4b25da2b-915e-4f05-a1d7-b34c42927540" providerId="ADAL" clId="{0F4C4FF7-0AC8-467A-8BE4-C8910BDCCDE3}" dt="2026-02-27T06:34:46.275" v="7041" actId="20577"/>
        <pc:sldMkLst>
          <pc:docMk/>
          <pc:sldMk cId="3142860366" sldId="292"/>
        </pc:sldMkLst>
        <pc:spChg chg="mod">
          <ac:chgData name="Devarajan Korambatta(UST,IN)" userId="4b25da2b-915e-4f05-a1d7-b34c42927540" providerId="ADAL" clId="{0F4C4FF7-0AC8-467A-8BE4-C8910BDCCDE3}" dt="2026-02-24T03:06:50.457" v="4076" actId="20577"/>
          <ac:spMkLst>
            <pc:docMk/>
            <pc:sldMk cId="3142860366" sldId="292"/>
            <ac:spMk id="2" creationId="{382B8263-D842-3165-C98C-9466A18C9967}"/>
          </ac:spMkLst>
        </pc:spChg>
        <pc:graphicFrameChg chg="add mod ord modGraphic">
          <ac:chgData name="Devarajan Korambatta(UST,IN)" userId="4b25da2b-915e-4f05-a1d7-b34c42927540" providerId="ADAL" clId="{0F4C4FF7-0AC8-467A-8BE4-C8910BDCCDE3}" dt="2026-02-27T06:34:46.275" v="7041" actId="20577"/>
          <ac:graphicFrameMkLst>
            <pc:docMk/>
            <pc:sldMk cId="3142860366" sldId="292"/>
            <ac:graphicFrameMk id="4" creationId="{A8AE8733-EDDE-023C-3F41-A42B20FE3655}"/>
          </ac:graphicFrameMkLst>
        </pc:graphicFrameChg>
      </pc:sldChg>
      <pc:sldChg chg="addSp delSp modSp add mod modNotesTx">
        <pc:chgData name="Devarajan Korambatta(UST,IN)" userId="4b25da2b-915e-4f05-a1d7-b34c42927540" providerId="ADAL" clId="{0F4C4FF7-0AC8-467A-8BE4-C8910BDCCDE3}" dt="2026-02-24T07:24:14.342" v="6065" actId="20577"/>
        <pc:sldMkLst>
          <pc:docMk/>
          <pc:sldMk cId="2898044448" sldId="293"/>
        </pc:sldMkLst>
        <pc:spChg chg="mod">
          <ac:chgData name="Devarajan Korambatta(UST,IN)" userId="4b25da2b-915e-4f05-a1d7-b34c42927540" providerId="ADAL" clId="{0F4C4FF7-0AC8-467A-8BE4-C8910BDCCDE3}" dt="2026-02-18T07:48:31.341" v="1387" actId="20577"/>
          <ac:spMkLst>
            <pc:docMk/>
            <pc:sldMk cId="2898044448" sldId="293"/>
            <ac:spMk id="3" creationId="{C78D47AF-A832-A2AE-6E01-1BCD91E01BA4}"/>
          </ac:spMkLst>
        </pc:spChg>
        <pc:spChg chg="add mod">
          <ac:chgData name="Devarajan Korambatta(UST,IN)" userId="4b25da2b-915e-4f05-a1d7-b34c42927540" providerId="ADAL" clId="{0F4C4FF7-0AC8-467A-8BE4-C8910BDCCDE3}" dt="2026-02-24T07:24:14.342" v="6065" actId="20577"/>
          <ac:spMkLst>
            <pc:docMk/>
            <pc:sldMk cId="2898044448" sldId="293"/>
            <ac:spMk id="6" creationId="{77383A0E-A347-9768-38EC-C3621F26C768}"/>
          </ac:spMkLst>
        </pc:spChg>
        <pc:graphicFrameChg chg="add mod modGraphic">
          <ac:chgData name="Devarajan Korambatta(UST,IN)" userId="4b25da2b-915e-4f05-a1d7-b34c42927540" providerId="ADAL" clId="{0F4C4FF7-0AC8-467A-8BE4-C8910BDCCDE3}" dt="2026-02-24T07:17:39.383" v="5622" actId="20577"/>
          <ac:graphicFrameMkLst>
            <pc:docMk/>
            <pc:sldMk cId="2898044448" sldId="293"/>
            <ac:graphicFrameMk id="2" creationId="{9BE16967-4C52-5CAC-CA32-2A035D6E61CF}"/>
          </ac:graphicFrameMkLst>
        </pc:graphicFrameChg>
      </pc:sldChg>
      <pc:sldChg chg="addSp delSp modSp add mod setBg modNotesTx">
        <pc:chgData name="Devarajan Korambatta(UST,IN)" userId="4b25da2b-915e-4f05-a1d7-b34c42927540" providerId="ADAL" clId="{0F4C4FF7-0AC8-467A-8BE4-C8910BDCCDE3}" dt="2026-02-24T03:46:35.429" v="4335" actId="26606"/>
        <pc:sldMkLst>
          <pc:docMk/>
          <pc:sldMk cId="4130824617" sldId="296"/>
        </pc:sldMkLst>
        <pc:spChg chg="mod">
          <ac:chgData name="Devarajan Korambatta(UST,IN)" userId="4b25da2b-915e-4f05-a1d7-b34c42927540" providerId="ADAL" clId="{0F4C4FF7-0AC8-467A-8BE4-C8910BDCCDE3}" dt="2026-02-24T03:46:35.429" v="4335" actId="26606"/>
          <ac:spMkLst>
            <pc:docMk/>
            <pc:sldMk cId="4130824617" sldId="296"/>
            <ac:spMk id="2" creationId="{189F5D55-27AD-CEDC-982C-915880154A8A}"/>
          </ac:spMkLst>
        </pc:spChg>
        <pc:spChg chg="add">
          <ac:chgData name="Devarajan Korambatta(UST,IN)" userId="4b25da2b-915e-4f05-a1d7-b34c42927540" providerId="ADAL" clId="{0F4C4FF7-0AC8-467A-8BE4-C8910BDCCDE3}" dt="2026-02-24T03:46:35.429" v="4335" actId="26606"/>
          <ac:spMkLst>
            <pc:docMk/>
            <pc:sldMk cId="4130824617" sldId="296"/>
            <ac:spMk id="20" creationId="{BACC6370-2D7E-4714-9D71-7542949D7D5D}"/>
          </ac:spMkLst>
        </pc:spChg>
        <pc:spChg chg="add">
          <ac:chgData name="Devarajan Korambatta(UST,IN)" userId="4b25da2b-915e-4f05-a1d7-b34c42927540" providerId="ADAL" clId="{0F4C4FF7-0AC8-467A-8BE4-C8910BDCCDE3}" dt="2026-02-24T03:46:35.429" v="4335" actId="26606"/>
          <ac:spMkLst>
            <pc:docMk/>
            <pc:sldMk cId="4130824617" sldId="296"/>
            <ac:spMk id="21" creationId="{F68B3F68-107C-434F-AA38-110D5EA91B85}"/>
          </ac:spMkLst>
        </pc:spChg>
        <pc:spChg chg="add">
          <ac:chgData name="Devarajan Korambatta(UST,IN)" userId="4b25da2b-915e-4f05-a1d7-b34c42927540" providerId="ADAL" clId="{0F4C4FF7-0AC8-467A-8BE4-C8910BDCCDE3}" dt="2026-02-24T03:46:35.429" v="4335" actId="26606"/>
          <ac:spMkLst>
            <pc:docMk/>
            <pc:sldMk cId="4130824617" sldId="296"/>
            <ac:spMk id="22" creationId="{AAD0DBB9-1A4B-4391-81D4-CB19F9AB918A}"/>
          </ac:spMkLst>
        </pc:spChg>
        <pc:spChg chg="add">
          <ac:chgData name="Devarajan Korambatta(UST,IN)" userId="4b25da2b-915e-4f05-a1d7-b34c42927540" providerId="ADAL" clId="{0F4C4FF7-0AC8-467A-8BE4-C8910BDCCDE3}" dt="2026-02-24T03:46:35.429" v="4335" actId="26606"/>
          <ac:spMkLst>
            <pc:docMk/>
            <pc:sldMk cId="4130824617" sldId="296"/>
            <ac:spMk id="23" creationId="{063BBA22-50EA-4C4D-BE05-F1CE4E63AA56}"/>
          </ac:spMkLst>
        </pc:spChg>
        <pc:graphicFrameChg chg="add">
          <ac:chgData name="Devarajan Korambatta(UST,IN)" userId="4b25da2b-915e-4f05-a1d7-b34c42927540" providerId="ADAL" clId="{0F4C4FF7-0AC8-467A-8BE4-C8910BDCCDE3}" dt="2026-02-24T03:46:35.429" v="4335" actId="26606"/>
          <ac:graphicFrameMkLst>
            <pc:docMk/>
            <pc:sldMk cId="4130824617" sldId="296"/>
            <ac:graphicFrameMk id="24" creationId="{C8BCBEEC-263B-5566-4AED-3B51BD332406}"/>
          </ac:graphicFrameMkLst>
        </pc:graphicFrameChg>
      </pc:sldChg>
      <pc:sldChg chg="addSp delSp modSp add mod">
        <pc:chgData name="Devarajan Korambatta(UST,IN)" userId="4b25da2b-915e-4f05-a1d7-b34c42927540" providerId="ADAL" clId="{0F4C4FF7-0AC8-467A-8BE4-C8910BDCCDE3}" dt="2026-02-24T03:03:11.301" v="4062" actId="113"/>
        <pc:sldMkLst>
          <pc:docMk/>
          <pc:sldMk cId="501577158" sldId="297"/>
        </pc:sldMkLst>
        <pc:spChg chg="add mod">
          <ac:chgData name="Devarajan Korambatta(UST,IN)" userId="4b25da2b-915e-4f05-a1d7-b34c42927540" providerId="ADAL" clId="{0F4C4FF7-0AC8-467A-8BE4-C8910BDCCDE3}" dt="2026-02-24T03:03:11.301" v="4062" actId="113"/>
          <ac:spMkLst>
            <pc:docMk/>
            <pc:sldMk cId="501577158" sldId="297"/>
            <ac:spMk id="8" creationId="{7D2B1759-22ED-086F-8FB7-A5DBFF23738F}"/>
          </ac:spMkLst>
        </pc:spChg>
        <pc:graphicFrameChg chg="add mod modGraphic">
          <ac:chgData name="Devarajan Korambatta(UST,IN)" userId="4b25da2b-915e-4f05-a1d7-b34c42927540" providerId="ADAL" clId="{0F4C4FF7-0AC8-467A-8BE4-C8910BDCCDE3}" dt="2026-02-20T14:30:59.532" v="3976" actId="1076"/>
          <ac:graphicFrameMkLst>
            <pc:docMk/>
            <pc:sldMk cId="501577158" sldId="297"/>
            <ac:graphicFrameMk id="5" creationId="{0ED3F0C3-4A0D-E103-9054-333AA9F8B8CF}"/>
          </ac:graphicFrameMkLst>
        </pc:graphicFrameChg>
      </pc:sldChg>
      <pc:sldChg chg="modSp add mod ord">
        <pc:chgData name="Devarajan Korambatta(UST,IN)" userId="4b25da2b-915e-4f05-a1d7-b34c42927540" providerId="ADAL" clId="{0F4C4FF7-0AC8-467A-8BE4-C8910BDCCDE3}" dt="2026-02-24T02:53:19.168" v="4043" actId="20577"/>
        <pc:sldMkLst>
          <pc:docMk/>
          <pc:sldMk cId="469000276" sldId="298"/>
        </pc:sldMkLst>
        <pc:spChg chg="mod">
          <ac:chgData name="Devarajan Korambatta(UST,IN)" userId="4b25da2b-915e-4f05-a1d7-b34c42927540" providerId="ADAL" clId="{0F4C4FF7-0AC8-467A-8BE4-C8910BDCCDE3}" dt="2026-02-24T02:53:19.168" v="4043" actId="20577"/>
          <ac:spMkLst>
            <pc:docMk/>
            <pc:sldMk cId="469000276" sldId="298"/>
            <ac:spMk id="3" creationId="{A5A286ED-2A62-B1C3-DF0A-DE376FBFA505}"/>
          </ac:spMkLst>
        </pc:spChg>
        <pc:graphicFrameChg chg="modGraphic">
          <ac:chgData name="Devarajan Korambatta(UST,IN)" userId="4b25da2b-915e-4f05-a1d7-b34c42927540" providerId="ADAL" clId="{0F4C4FF7-0AC8-467A-8BE4-C8910BDCCDE3}" dt="2026-02-24T02:46:33.828" v="4038" actId="113"/>
          <ac:graphicFrameMkLst>
            <pc:docMk/>
            <pc:sldMk cId="469000276" sldId="298"/>
            <ac:graphicFrameMk id="10" creationId="{E970EBE0-DF89-4063-BAB9-505E398BAA29}"/>
          </ac:graphicFrameMkLst>
        </pc:graphicFrameChg>
      </pc:sldChg>
      <pc:sldChg chg="delSp modSp add mod setBg setClrOvrMap delDesignElem">
        <pc:chgData name="Devarajan Korambatta(UST,IN)" userId="4b25da2b-915e-4f05-a1d7-b34c42927540" providerId="ADAL" clId="{0F4C4FF7-0AC8-467A-8BE4-C8910BDCCDE3}" dt="2026-02-24T06:59:34.288" v="4407" actId="207"/>
        <pc:sldMkLst>
          <pc:docMk/>
          <pc:sldMk cId="2431893301" sldId="301"/>
        </pc:sldMkLst>
        <pc:spChg chg="mod">
          <ac:chgData name="Devarajan Korambatta(UST,IN)" userId="4b25da2b-915e-4f05-a1d7-b34c42927540" providerId="ADAL" clId="{0F4C4FF7-0AC8-467A-8BE4-C8910BDCCDE3}" dt="2026-02-24T06:57:29.880" v="4389" actId="20577"/>
          <ac:spMkLst>
            <pc:docMk/>
            <pc:sldMk cId="2431893301" sldId="301"/>
            <ac:spMk id="3" creationId="{C535E618-50F4-FB60-B358-5C23CA226027}"/>
          </ac:spMkLst>
        </pc:spChg>
        <pc:graphicFrameChg chg="mod modGraphic">
          <ac:chgData name="Devarajan Korambatta(UST,IN)" userId="4b25da2b-915e-4f05-a1d7-b34c42927540" providerId="ADAL" clId="{0F4C4FF7-0AC8-467A-8BE4-C8910BDCCDE3}" dt="2026-02-24T06:59:34.288" v="4407" actId="207"/>
          <ac:graphicFrameMkLst>
            <pc:docMk/>
            <pc:sldMk cId="2431893301" sldId="301"/>
            <ac:graphicFrameMk id="11" creationId="{FEC6A0E0-0663-DF49-E405-5CAAAE5F3578}"/>
          </ac:graphicFrameMkLst>
        </pc:graphicFrameChg>
        <pc:picChg chg="mod">
          <ac:chgData name="Devarajan Korambatta(UST,IN)" userId="4b25da2b-915e-4f05-a1d7-b34c42927540" providerId="ADAL" clId="{0F4C4FF7-0AC8-467A-8BE4-C8910BDCCDE3}" dt="2026-02-24T06:58:17.673" v="4394" actId="26606"/>
          <ac:picMkLst>
            <pc:docMk/>
            <pc:sldMk cId="2431893301" sldId="301"/>
            <ac:picMk id="10" creationId="{EF4705F6-9532-387D-3046-D18C77778FDB}"/>
          </ac:picMkLst>
        </pc:picChg>
      </pc:sldChg>
      <pc:sldChg chg="modSp add mod">
        <pc:chgData name="Devarajan Korambatta(UST,IN)" userId="4b25da2b-915e-4f05-a1d7-b34c42927540" providerId="ADAL" clId="{0F4C4FF7-0AC8-467A-8BE4-C8910BDCCDE3}" dt="2026-02-24T07:30:12.081" v="6203" actId="113"/>
        <pc:sldMkLst>
          <pc:docMk/>
          <pc:sldMk cId="3349429598" sldId="302"/>
        </pc:sldMkLst>
        <pc:graphicFrameChg chg="mod modGraphic">
          <ac:chgData name="Devarajan Korambatta(UST,IN)" userId="4b25da2b-915e-4f05-a1d7-b34c42927540" providerId="ADAL" clId="{0F4C4FF7-0AC8-467A-8BE4-C8910BDCCDE3}" dt="2026-02-24T07:30:12.081" v="6203" actId="113"/>
          <ac:graphicFrameMkLst>
            <pc:docMk/>
            <pc:sldMk cId="3349429598" sldId="302"/>
            <ac:graphicFrameMk id="11" creationId="{35CB4582-5DA6-EB82-6012-34C6EB90FCD5}"/>
          </ac:graphicFrameMkLst>
        </pc:graphicFrameChg>
      </pc:sldChg>
      <pc:sldChg chg="modSp add mod">
        <pc:chgData name="Devarajan Korambatta(UST,IN)" userId="4b25da2b-915e-4f05-a1d7-b34c42927540" providerId="ADAL" clId="{0F4C4FF7-0AC8-467A-8BE4-C8910BDCCDE3}" dt="2026-02-27T07:31:07.560" v="8366" actId="6549"/>
        <pc:sldMkLst>
          <pc:docMk/>
          <pc:sldMk cId="4038628418" sldId="303"/>
        </pc:sldMkLst>
        <pc:graphicFrameChg chg="mod modGraphic">
          <ac:chgData name="Devarajan Korambatta(UST,IN)" userId="4b25da2b-915e-4f05-a1d7-b34c42927540" providerId="ADAL" clId="{0F4C4FF7-0AC8-467A-8BE4-C8910BDCCDE3}" dt="2026-02-27T07:31:07.560" v="8366" actId="6549"/>
          <ac:graphicFrameMkLst>
            <pc:docMk/>
            <pc:sldMk cId="4038628418" sldId="303"/>
            <ac:graphicFrameMk id="4" creationId="{5BA373A3-18F3-4B08-6065-0ACA2552B8C6}"/>
          </ac:graphicFrameMkLst>
        </pc:graphicFrameChg>
      </pc:sldChg>
      <pc:sldChg chg="addSp delSp modSp new mod ord setBg">
        <pc:chgData name="Devarajan Korambatta(UST,IN)" userId="4b25da2b-915e-4f05-a1d7-b34c42927540" providerId="ADAL" clId="{0F4C4FF7-0AC8-467A-8BE4-C8910BDCCDE3}" dt="2026-02-27T07:18:15.438" v="7862" actId="20577"/>
        <pc:sldMkLst>
          <pc:docMk/>
          <pc:sldMk cId="3365352608" sldId="304"/>
        </pc:sldMkLst>
        <pc:spChg chg="mod">
          <ac:chgData name="Devarajan Korambatta(UST,IN)" userId="4b25da2b-915e-4f05-a1d7-b34c42927540" providerId="ADAL" clId="{0F4C4FF7-0AC8-467A-8BE4-C8910BDCCDE3}" dt="2026-02-24T07:34:42.029" v="6734" actId="26606"/>
          <ac:spMkLst>
            <pc:docMk/>
            <pc:sldMk cId="3365352608" sldId="304"/>
            <ac:spMk id="2" creationId="{0104D4AB-4D6C-0133-C76C-FBD867B1D49D}"/>
          </ac:spMkLst>
        </pc:spChg>
        <pc:spChg chg="add">
          <ac:chgData name="Devarajan Korambatta(UST,IN)" userId="4b25da2b-915e-4f05-a1d7-b34c42927540" providerId="ADAL" clId="{0F4C4FF7-0AC8-467A-8BE4-C8910BDCCDE3}" dt="2026-02-24T07:34:42.029" v="6734" actId="26606"/>
          <ac:spMkLst>
            <pc:docMk/>
            <pc:sldMk cId="3365352608" sldId="304"/>
            <ac:spMk id="9" creationId="{BACC6370-2D7E-4714-9D71-7542949D7D5D}"/>
          </ac:spMkLst>
        </pc:spChg>
        <pc:spChg chg="add">
          <ac:chgData name="Devarajan Korambatta(UST,IN)" userId="4b25da2b-915e-4f05-a1d7-b34c42927540" providerId="ADAL" clId="{0F4C4FF7-0AC8-467A-8BE4-C8910BDCCDE3}" dt="2026-02-24T07:34:42.029" v="6734" actId="26606"/>
          <ac:spMkLst>
            <pc:docMk/>
            <pc:sldMk cId="3365352608" sldId="304"/>
            <ac:spMk id="11" creationId="{F68B3F68-107C-434F-AA38-110D5EA91B85}"/>
          </ac:spMkLst>
        </pc:spChg>
        <pc:spChg chg="add">
          <ac:chgData name="Devarajan Korambatta(UST,IN)" userId="4b25da2b-915e-4f05-a1d7-b34c42927540" providerId="ADAL" clId="{0F4C4FF7-0AC8-467A-8BE4-C8910BDCCDE3}" dt="2026-02-24T07:34:42.029" v="6734" actId="26606"/>
          <ac:spMkLst>
            <pc:docMk/>
            <pc:sldMk cId="3365352608" sldId="304"/>
            <ac:spMk id="13" creationId="{AAD0DBB9-1A4B-4391-81D4-CB19F9AB918A}"/>
          </ac:spMkLst>
        </pc:spChg>
        <pc:spChg chg="add">
          <ac:chgData name="Devarajan Korambatta(UST,IN)" userId="4b25da2b-915e-4f05-a1d7-b34c42927540" providerId="ADAL" clId="{0F4C4FF7-0AC8-467A-8BE4-C8910BDCCDE3}" dt="2026-02-24T07:34:42.029" v="6734" actId="26606"/>
          <ac:spMkLst>
            <pc:docMk/>
            <pc:sldMk cId="3365352608" sldId="304"/>
            <ac:spMk id="15" creationId="{063BBA22-50EA-4C4D-BE05-F1CE4E63AA56}"/>
          </ac:spMkLst>
        </pc:spChg>
        <pc:graphicFrameChg chg="add mod modGraphic">
          <ac:chgData name="Devarajan Korambatta(UST,IN)" userId="4b25da2b-915e-4f05-a1d7-b34c42927540" providerId="ADAL" clId="{0F4C4FF7-0AC8-467A-8BE4-C8910BDCCDE3}" dt="2026-02-27T07:18:15.438" v="7862" actId="20577"/>
          <ac:graphicFrameMkLst>
            <pc:docMk/>
            <pc:sldMk cId="3365352608" sldId="304"/>
            <ac:graphicFrameMk id="5" creationId="{74E35DA7-B2D1-6F31-A83B-925709D477A4}"/>
          </ac:graphicFrameMkLst>
        </pc:graphicFrameChg>
      </pc:sldChg>
      <pc:sldChg chg="addSp delSp modSp new mod ord modNotesTx">
        <pc:chgData name="Devarajan Korambatta(UST,IN)" userId="4b25da2b-915e-4f05-a1d7-b34c42927540" providerId="ADAL" clId="{0F4C4FF7-0AC8-467A-8BE4-C8910BDCCDE3}" dt="2026-02-27T06:58:36.904" v="7337" actId="1076"/>
        <pc:sldMkLst>
          <pc:docMk/>
          <pc:sldMk cId="3866342316" sldId="305"/>
        </pc:sldMkLst>
        <pc:spChg chg="mod">
          <ac:chgData name="Devarajan Korambatta(UST,IN)" userId="4b25da2b-915e-4f05-a1d7-b34c42927540" providerId="ADAL" clId="{0F4C4FF7-0AC8-467A-8BE4-C8910BDCCDE3}" dt="2026-02-27T06:43:01.904" v="7054" actId="20577"/>
          <ac:spMkLst>
            <pc:docMk/>
            <pc:sldMk cId="3866342316" sldId="305"/>
            <ac:spMk id="2" creationId="{E9AEB546-4781-3D9A-37D9-6B1D63FB74F6}"/>
          </ac:spMkLst>
        </pc:spChg>
        <pc:spChg chg="del mod">
          <ac:chgData name="Devarajan Korambatta(UST,IN)" userId="4b25da2b-915e-4f05-a1d7-b34c42927540" providerId="ADAL" clId="{0F4C4FF7-0AC8-467A-8BE4-C8910BDCCDE3}" dt="2026-02-27T06:45:11.973" v="7135" actId="12084"/>
          <ac:spMkLst>
            <pc:docMk/>
            <pc:sldMk cId="3866342316" sldId="305"/>
            <ac:spMk id="3" creationId="{D872A574-4178-F33E-5F57-B18583000DF5}"/>
          </ac:spMkLst>
        </pc:spChg>
        <pc:spChg chg="add mod">
          <ac:chgData name="Devarajan Korambatta(UST,IN)" userId="4b25da2b-915e-4f05-a1d7-b34c42927540" providerId="ADAL" clId="{0F4C4FF7-0AC8-467A-8BE4-C8910BDCCDE3}" dt="2026-02-27T06:47:54.023" v="7171" actId="1076"/>
          <ac:spMkLst>
            <pc:docMk/>
            <pc:sldMk cId="3866342316" sldId="305"/>
            <ac:spMk id="6" creationId="{DE5ECC46-B5FE-D360-1FED-44C27D22D164}"/>
          </ac:spMkLst>
        </pc:spChg>
        <pc:spChg chg="add mod">
          <ac:chgData name="Devarajan Korambatta(UST,IN)" userId="4b25da2b-915e-4f05-a1d7-b34c42927540" providerId="ADAL" clId="{0F4C4FF7-0AC8-467A-8BE4-C8910BDCCDE3}" dt="2026-02-27T06:46:44.024" v="7169" actId="1076"/>
          <ac:spMkLst>
            <pc:docMk/>
            <pc:sldMk cId="3866342316" sldId="305"/>
            <ac:spMk id="7" creationId="{C3A7DC92-02C3-C497-ECDA-05475EA793AB}"/>
          </ac:spMkLst>
        </pc:spChg>
        <pc:spChg chg="add mod">
          <ac:chgData name="Devarajan Korambatta(UST,IN)" userId="4b25da2b-915e-4f05-a1d7-b34c42927540" providerId="ADAL" clId="{0F4C4FF7-0AC8-467A-8BE4-C8910BDCCDE3}" dt="2026-02-27T06:51:13.777" v="7238" actId="20577"/>
          <ac:spMkLst>
            <pc:docMk/>
            <pc:sldMk cId="3866342316" sldId="305"/>
            <ac:spMk id="8" creationId="{BF527414-36B0-B89A-31C6-F3A85C78160D}"/>
          </ac:spMkLst>
        </pc:spChg>
        <pc:spChg chg="add mod">
          <ac:chgData name="Devarajan Korambatta(UST,IN)" userId="4b25da2b-915e-4f05-a1d7-b34c42927540" providerId="ADAL" clId="{0F4C4FF7-0AC8-467A-8BE4-C8910BDCCDE3}" dt="2026-02-27T06:58:36.904" v="7337" actId="1076"/>
          <ac:spMkLst>
            <pc:docMk/>
            <pc:sldMk cId="3866342316" sldId="305"/>
            <ac:spMk id="9" creationId="{0A5C17FA-1875-B5B5-4DDE-64335B68BF7D}"/>
          </ac:spMkLst>
        </pc:spChg>
        <pc:graphicFrameChg chg="add mod">
          <ac:chgData name="Devarajan Korambatta(UST,IN)" userId="4b25da2b-915e-4f05-a1d7-b34c42927540" providerId="ADAL" clId="{0F4C4FF7-0AC8-467A-8BE4-C8910BDCCDE3}" dt="2026-02-27T06:46:26.267" v="7165" actId="12100"/>
          <ac:graphicFrameMkLst>
            <pc:docMk/>
            <pc:sldMk cId="3866342316" sldId="305"/>
            <ac:graphicFrameMk id="4" creationId="{2F4F1BF7-CFE5-B6AE-4203-D72ADE4A1021}"/>
          </ac:graphicFrameMkLst>
        </pc:graphicFrameChg>
      </pc:sldChg>
      <pc:sldChg chg="addSp delSp modSp new mod">
        <pc:chgData name="Devarajan Korambatta(UST,IN)" userId="4b25da2b-915e-4f05-a1d7-b34c42927540" providerId="ADAL" clId="{0F4C4FF7-0AC8-467A-8BE4-C8910BDCCDE3}" dt="2026-02-27T08:53:37.627" v="8419" actId="1076"/>
        <pc:sldMkLst>
          <pc:docMk/>
          <pc:sldMk cId="207748163" sldId="306"/>
        </pc:sldMkLst>
        <pc:spChg chg="mod">
          <ac:chgData name="Devarajan Korambatta(UST,IN)" userId="4b25da2b-915e-4f05-a1d7-b34c42927540" providerId="ADAL" clId="{0F4C4FF7-0AC8-467A-8BE4-C8910BDCCDE3}" dt="2026-02-27T07:11:21.096" v="7489" actId="20577"/>
          <ac:spMkLst>
            <pc:docMk/>
            <pc:sldMk cId="207748163" sldId="306"/>
            <ac:spMk id="2" creationId="{A892F222-A6E8-8CB4-2491-9F659E8B9557}"/>
          </ac:spMkLst>
        </pc:spChg>
        <pc:spChg chg="del">
          <ac:chgData name="Devarajan Korambatta(UST,IN)" userId="4b25da2b-915e-4f05-a1d7-b34c42927540" providerId="ADAL" clId="{0F4C4FF7-0AC8-467A-8BE4-C8910BDCCDE3}" dt="2026-02-27T08:53:35.764" v="8418" actId="478"/>
          <ac:spMkLst>
            <pc:docMk/>
            <pc:sldMk cId="207748163" sldId="306"/>
            <ac:spMk id="3" creationId="{4A1406EC-89DE-FDC7-86AB-3D7B5EDAD3C0}"/>
          </ac:spMkLst>
        </pc:spChg>
        <pc:picChg chg="add mod modCrop">
          <ac:chgData name="Devarajan Korambatta(UST,IN)" userId="4b25da2b-915e-4f05-a1d7-b34c42927540" providerId="ADAL" clId="{0F4C4FF7-0AC8-467A-8BE4-C8910BDCCDE3}" dt="2026-02-27T08:53:37.627" v="8419" actId="1076"/>
          <ac:picMkLst>
            <pc:docMk/>
            <pc:sldMk cId="207748163" sldId="306"/>
            <ac:picMk id="4" creationId="{86A20C2C-3C60-36DC-6EDD-B653F4EB64EE}"/>
          </ac:picMkLst>
        </pc:picChg>
        <pc:picChg chg="add del mod">
          <ac:chgData name="Devarajan Korambatta(UST,IN)" userId="4b25da2b-915e-4f05-a1d7-b34c42927540" providerId="ADAL" clId="{0F4C4FF7-0AC8-467A-8BE4-C8910BDCCDE3}" dt="2026-02-27T07:10:54.770" v="7471" actId="478"/>
          <ac:picMkLst>
            <pc:docMk/>
            <pc:sldMk cId="207748163" sldId="306"/>
            <ac:picMk id="1026" creationId="{18D9358C-D9D1-9514-A365-F955A14A28F5}"/>
          </ac:picMkLst>
        </pc:picChg>
      </pc:sldChg>
      <pc:sldChg chg="addSp delSp modSp new mod modNotesTx">
        <pc:chgData name="Devarajan Korambatta(UST,IN)" userId="4b25da2b-915e-4f05-a1d7-b34c42927540" providerId="ADAL" clId="{0F4C4FF7-0AC8-467A-8BE4-C8910BDCCDE3}" dt="2026-02-27T07:17:16.855" v="7758" actId="6549"/>
        <pc:sldMkLst>
          <pc:docMk/>
          <pc:sldMk cId="1942005380" sldId="307"/>
        </pc:sldMkLst>
        <pc:spChg chg="mod">
          <ac:chgData name="Devarajan Korambatta(UST,IN)" userId="4b25da2b-915e-4f05-a1d7-b34c42927540" providerId="ADAL" clId="{0F4C4FF7-0AC8-467A-8BE4-C8910BDCCDE3}" dt="2026-02-27T07:13:05.815" v="7525" actId="20577"/>
          <ac:spMkLst>
            <pc:docMk/>
            <pc:sldMk cId="1942005380" sldId="307"/>
            <ac:spMk id="2" creationId="{BF0FAB95-1646-70E8-4C66-C6F0850B18C3}"/>
          </ac:spMkLst>
        </pc:spChg>
        <pc:spChg chg="del">
          <ac:chgData name="Devarajan Korambatta(UST,IN)" userId="4b25da2b-915e-4f05-a1d7-b34c42927540" providerId="ADAL" clId="{0F4C4FF7-0AC8-467A-8BE4-C8910BDCCDE3}" dt="2026-02-27T07:13:36.401" v="7526"/>
          <ac:spMkLst>
            <pc:docMk/>
            <pc:sldMk cId="1942005380" sldId="307"/>
            <ac:spMk id="3" creationId="{5A08D5C2-FDC6-8449-4493-FD15145A507C}"/>
          </ac:spMkLst>
        </pc:spChg>
        <pc:spChg chg="add mod">
          <ac:chgData name="Devarajan Korambatta(UST,IN)" userId="4b25da2b-915e-4f05-a1d7-b34c42927540" providerId="ADAL" clId="{0F4C4FF7-0AC8-467A-8BE4-C8910BDCCDE3}" dt="2026-02-27T07:17:16.855" v="7758" actId="6549"/>
          <ac:spMkLst>
            <pc:docMk/>
            <pc:sldMk cId="1942005380" sldId="307"/>
            <ac:spMk id="7" creationId="{600FC508-D025-FE48-967D-41FA834E0618}"/>
          </ac:spMkLst>
        </pc:spChg>
        <pc:picChg chg="add mod modCrop">
          <ac:chgData name="Devarajan Korambatta(UST,IN)" userId="4b25da2b-915e-4f05-a1d7-b34c42927540" providerId="ADAL" clId="{0F4C4FF7-0AC8-467A-8BE4-C8910BDCCDE3}" dt="2026-02-27T07:14:33.511" v="7536" actId="1076"/>
          <ac:picMkLst>
            <pc:docMk/>
            <pc:sldMk cId="1942005380" sldId="307"/>
            <ac:picMk id="4" creationId="{232E6129-C465-D64D-CE64-D6185F3C07E1}"/>
          </ac:picMkLst>
        </pc:picChg>
        <pc:picChg chg="add mod modCrop">
          <ac:chgData name="Devarajan Korambatta(UST,IN)" userId="4b25da2b-915e-4f05-a1d7-b34c42927540" providerId="ADAL" clId="{0F4C4FF7-0AC8-467A-8BE4-C8910BDCCDE3}" dt="2026-02-27T07:14:37.003" v="7537" actId="1076"/>
          <ac:picMkLst>
            <pc:docMk/>
            <pc:sldMk cId="1942005380" sldId="307"/>
            <ac:picMk id="5" creationId="{16495734-F12B-A576-D31F-3DBCA6B5D503}"/>
          </ac:picMkLst>
        </pc:picChg>
      </pc:sldChg>
      <pc:sldChg chg="addSp modSp new mod setBg">
        <pc:chgData name="Devarajan Korambatta(UST,IN)" userId="4b25da2b-915e-4f05-a1d7-b34c42927540" providerId="ADAL" clId="{0F4C4FF7-0AC8-467A-8BE4-C8910BDCCDE3}" dt="2026-02-27T07:24:13.117" v="8268" actId="26606"/>
        <pc:sldMkLst>
          <pc:docMk/>
          <pc:sldMk cId="3855812650" sldId="308"/>
        </pc:sldMkLst>
        <pc:spChg chg="mod">
          <ac:chgData name="Devarajan Korambatta(UST,IN)" userId="4b25da2b-915e-4f05-a1d7-b34c42927540" providerId="ADAL" clId="{0F4C4FF7-0AC8-467A-8BE4-C8910BDCCDE3}" dt="2026-02-27T07:24:13.117" v="8268" actId="26606"/>
          <ac:spMkLst>
            <pc:docMk/>
            <pc:sldMk cId="3855812650" sldId="308"/>
            <ac:spMk id="2" creationId="{14CCAFCC-4ABC-5CF4-4069-A3FA618D84D3}"/>
          </ac:spMkLst>
        </pc:spChg>
        <pc:spChg chg="mod">
          <ac:chgData name="Devarajan Korambatta(UST,IN)" userId="4b25da2b-915e-4f05-a1d7-b34c42927540" providerId="ADAL" clId="{0F4C4FF7-0AC8-467A-8BE4-C8910BDCCDE3}" dt="2026-02-27T07:24:13.117" v="8268" actId="26606"/>
          <ac:spMkLst>
            <pc:docMk/>
            <pc:sldMk cId="3855812650" sldId="308"/>
            <ac:spMk id="3" creationId="{DF8CB22A-70D8-0F7D-4FA9-E68B88758E81}"/>
          </ac:spMkLst>
        </pc:spChg>
        <pc:spChg chg="add">
          <ac:chgData name="Devarajan Korambatta(UST,IN)" userId="4b25da2b-915e-4f05-a1d7-b34c42927540" providerId="ADAL" clId="{0F4C4FF7-0AC8-467A-8BE4-C8910BDCCDE3}" dt="2026-02-27T07:24:13.117" v="8268" actId="26606"/>
          <ac:spMkLst>
            <pc:docMk/>
            <pc:sldMk cId="3855812650" sldId="308"/>
            <ac:spMk id="8" creationId="{70DFC902-7D23-471A-B557-B6B6917D7A0D}"/>
          </ac:spMkLst>
        </pc:spChg>
        <pc:spChg chg="add">
          <ac:chgData name="Devarajan Korambatta(UST,IN)" userId="4b25da2b-915e-4f05-a1d7-b34c42927540" providerId="ADAL" clId="{0F4C4FF7-0AC8-467A-8BE4-C8910BDCCDE3}" dt="2026-02-27T07:24:13.117" v="8268" actId="26606"/>
          <ac:spMkLst>
            <pc:docMk/>
            <pc:sldMk cId="3855812650" sldId="308"/>
            <ac:spMk id="10" creationId="{A55D5633-D557-4DCA-982C-FF36EB7A1C00}"/>
          </ac:spMkLst>
        </pc:spChg>
        <pc:spChg chg="add">
          <ac:chgData name="Devarajan Korambatta(UST,IN)" userId="4b25da2b-915e-4f05-a1d7-b34c42927540" providerId="ADAL" clId="{0F4C4FF7-0AC8-467A-8BE4-C8910BDCCDE3}" dt="2026-02-27T07:24:13.117" v="8268" actId="26606"/>
          <ac:spMkLst>
            <pc:docMk/>
            <pc:sldMk cId="3855812650" sldId="308"/>
            <ac:spMk id="12" creationId="{450D3AD2-FA80-415F-A9CE-54D884561CD7}"/>
          </ac:spMkLst>
        </pc:sp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5A456D-E7FB-4A7B-B0CF-59421F240B03}"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61CFE8F2-B206-4032-BE31-A54BAF174577}">
      <dgm:prSet/>
      <dgm:spPr>
        <a:solidFill>
          <a:schemeClr val="bg1">
            <a:lumMod val="85000"/>
          </a:schemeClr>
        </a:solidFill>
      </dgm:spPr>
      <dgm:t>
        <a:bodyPr/>
        <a:lstStyle/>
        <a:p>
          <a:r>
            <a:rPr lang="en-US" dirty="0">
              <a:solidFill>
                <a:schemeClr val="tx1"/>
              </a:solidFill>
            </a:rPr>
            <a:t>Introduction</a:t>
          </a:r>
        </a:p>
      </dgm:t>
    </dgm:pt>
    <dgm:pt modelId="{CC9F325C-D195-4AA0-93DB-1647478F5410}" type="parTrans" cxnId="{D5B0520E-EF02-4B4C-B1A5-DF64A85A9779}">
      <dgm:prSet/>
      <dgm:spPr/>
      <dgm:t>
        <a:bodyPr/>
        <a:lstStyle/>
        <a:p>
          <a:endParaRPr lang="en-US"/>
        </a:p>
      </dgm:t>
    </dgm:pt>
    <dgm:pt modelId="{FAD45C4B-712D-4AC4-9C4D-CF9D4307AC4B}" type="sibTrans" cxnId="{D5B0520E-EF02-4B4C-B1A5-DF64A85A9779}">
      <dgm:prSet/>
      <dgm:spPr/>
      <dgm:t>
        <a:bodyPr/>
        <a:lstStyle/>
        <a:p>
          <a:endParaRPr lang="en-US" dirty="0"/>
        </a:p>
      </dgm:t>
    </dgm:pt>
    <dgm:pt modelId="{F1B00EE3-588F-4652-9709-52BA0F8F5811}">
      <dgm:prSet/>
      <dgm:spPr>
        <a:solidFill>
          <a:schemeClr val="bg1">
            <a:lumMod val="85000"/>
          </a:schemeClr>
        </a:solidFill>
      </dgm:spPr>
      <dgm:t>
        <a:bodyPr/>
        <a:lstStyle/>
        <a:p>
          <a:r>
            <a:rPr lang="en-US" dirty="0">
              <a:solidFill>
                <a:schemeClr val="tx1"/>
              </a:solidFill>
            </a:rPr>
            <a:t>Payments Systems Overview</a:t>
          </a:r>
        </a:p>
      </dgm:t>
    </dgm:pt>
    <dgm:pt modelId="{DFC423D1-F42A-4284-8689-D5AF5540597D}" type="parTrans" cxnId="{DC3CD48A-989A-478D-A62E-A6DB289E6C41}">
      <dgm:prSet/>
      <dgm:spPr/>
      <dgm:t>
        <a:bodyPr/>
        <a:lstStyle/>
        <a:p>
          <a:endParaRPr lang="en-US"/>
        </a:p>
      </dgm:t>
    </dgm:pt>
    <dgm:pt modelId="{E3397DC5-ECC7-4EA4-A612-BF9453C53E44}" type="sibTrans" cxnId="{DC3CD48A-989A-478D-A62E-A6DB289E6C41}">
      <dgm:prSet/>
      <dgm:spPr/>
      <dgm:t>
        <a:bodyPr/>
        <a:lstStyle/>
        <a:p>
          <a:endParaRPr lang="en-US" dirty="0"/>
        </a:p>
      </dgm:t>
    </dgm:pt>
    <dgm:pt modelId="{1A4FE2B7-A78F-4A98-B162-EFD7BBE86419}">
      <dgm:prSet/>
      <dgm:spPr>
        <a:solidFill>
          <a:schemeClr val="bg1">
            <a:lumMod val="85000"/>
          </a:schemeClr>
        </a:solidFill>
      </dgm:spPr>
      <dgm:t>
        <a:bodyPr/>
        <a:lstStyle/>
        <a:p>
          <a:r>
            <a:rPr lang="en-US" dirty="0">
              <a:solidFill>
                <a:schemeClr val="tx1"/>
              </a:solidFill>
            </a:rPr>
            <a:t>Core Systems: Checking</a:t>
          </a:r>
        </a:p>
      </dgm:t>
    </dgm:pt>
    <dgm:pt modelId="{A826B3ED-73D6-494D-8525-7A03B939165F}" type="parTrans" cxnId="{84572161-D688-41BF-8315-DBC386B6D2F9}">
      <dgm:prSet/>
      <dgm:spPr/>
      <dgm:t>
        <a:bodyPr/>
        <a:lstStyle/>
        <a:p>
          <a:endParaRPr lang="en-US"/>
        </a:p>
      </dgm:t>
    </dgm:pt>
    <dgm:pt modelId="{BF50CA0B-C5CE-449B-A387-01E5CC880DFE}" type="sibTrans" cxnId="{84572161-D688-41BF-8315-DBC386B6D2F9}">
      <dgm:prSet/>
      <dgm:spPr/>
      <dgm:t>
        <a:bodyPr/>
        <a:lstStyle/>
        <a:p>
          <a:endParaRPr lang="en-US" dirty="0"/>
        </a:p>
      </dgm:t>
    </dgm:pt>
    <dgm:pt modelId="{5C6AD22E-3DDA-4827-9863-CFD514894D4B}">
      <dgm:prSet/>
      <dgm:spPr>
        <a:solidFill>
          <a:schemeClr val="bg1">
            <a:lumMod val="85000"/>
          </a:schemeClr>
        </a:solidFill>
      </dgm:spPr>
      <dgm:t>
        <a:bodyPr/>
        <a:lstStyle/>
        <a:p>
          <a:r>
            <a:rPr lang="en-US" dirty="0">
              <a:solidFill>
                <a:schemeClr val="tx1"/>
              </a:solidFill>
            </a:rPr>
            <a:t>Core Systems: ACH</a:t>
          </a:r>
        </a:p>
      </dgm:t>
    </dgm:pt>
    <dgm:pt modelId="{FBCC1297-1A49-42AB-8C8F-BE59F54555F8}" type="parTrans" cxnId="{6DE45F29-2F6C-48D6-ACAF-5FF12A0FD416}">
      <dgm:prSet/>
      <dgm:spPr/>
      <dgm:t>
        <a:bodyPr/>
        <a:lstStyle/>
        <a:p>
          <a:endParaRPr lang="en-US"/>
        </a:p>
      </dgm:t>
    </dgm:pt>
    <dgm:pt modelId="{95601A8E-3DDB-4C84-9191-97C054EFFC46}" type="sibTrans" cxnId="{6DE45F29-2F6C-48D6-ACAF-5FF12A0FD416}">
      <dgm:prSet/>
      <dgm:spPr/>
      <dgm:t>
        <a:bodyPr/>
        <a:lstStyle/>
        <a:p>
          <a:endParaRPr lang="en-US" dirty="0"/>
        </a:p>
      </dgm:t>
    </dgm:pt>
    <dgm:pt modelId="{4D9CC26D-3491-4C4C-8B98-43731DE6A4BD}">
      <dgm:prSet/>
      <dgm:spPr>
        <a:solidFill>
          <a:schemeClr val="bg1">
            <a:lumMod val="85000"/>
          </a:schemeClr>
        </a:solidFill>
      </dgm:spPr>
      <dgm:t>
        <a:bodyPr/>
        <a:lstStyle/>
        <a:p>
          <a:r>
            <a:rPr lang="en-US" dirty="0">
              <a:solidFill>
                <a:schemeClr val="tx1"/>
              </a:solidFill>
            </a:rPr>
            <a:t>Core Systems: Cards</a:t>
          </a:r>
        </a:p>
      </dgm:t>
    </dgm:pt>
    <dgm:pt modelId="{9E0C908F-8F8E-4BB8-A55B-AA57F8C63E35}" type="parTrans" cxnId="{80A2820E-0928-4902-AD4F-9EAA146D82BA}">
      <dgm:prSet/>
      <dgm:spPr/>
      <dgm:t>
        <a:bodyPr/>
        <a:lstStyle/>
        <a:p>
          <a:endParaRPr lang="en-US"/>
        </a:p>
      </dgm:t>
    </dgm:pt>
    <dgm:pt modelId="{B1FABE8A-D53D-4470-AD39-16C957E40A9B}" type="sibTrans" cxnId="{80A2820E-0928-4902-AD4F-9EAA146D82BA}">
      <dgm:prSet/>
      <dgm:spPr/>
      <dgm:t>
        <a:bodyPr/>
        <a:lstStyle/>
        <a:p>
          <a:endParaRPr lang="en-US" dirty="0"/>
        </a:p>
      </dgm:t>
    </dgm:pt>
    <dgm:pt modelId="{5ADEF3FD-6284-4872-974A-DBDFB3434D7D}">
      <dgm:prSet/>
      <dgm:spPr>
        <a:solidFill>
          <a:schemeClr val="bg1">
            <a:lumMod val="85000"/>
          </a:schemeClr>
        </a:solidFill>
      </dgm:spPr>
      <dgm:t>
        <a:bodyPr/>
        <a:lstStyle/>
        <a:p>
          <a:r>
            <a:rPr lang="en-US" dirty="0">
              <a:solidFill>
                <a:schemeClr val="tx1"/>
              </a:solidFill>
            </a:rPr>
            <a:t>Core Systems: Cash</a:t>
          </a:r>
        </a:p>
      </dgm:t>
    </dgm:pt>
    <dgm:pt modelId="{12EF95CC-192A-44A4-9A11-8ADE6438A1A6}" type="parTrans" cxnId="{5E537458-A8E0-4060-99CB-90D71FC07966}">
      <dgm:prSet/>
      <dgm:spPr/>
      <dgm:t>
        <a:bodyPr/>
        <a:lstStyle/>
        <a:p>
          <a:endParaRPr lang="en-US"/>
        </a:p>
      </dgm:t>
    </dgm:pt>
    <dgm:pt modelId="{BBFA93D2-E15A-4C98-92DD-4521E6479A9D}" type="sibTrans" cxnId="{5E537458-A8E0-4060-99CB-90D71FC07966}">
      <dgm:prSet/>
      <dgm:spPr/>
      <dgm:t>
        <a:bodyPr/>
        <a:lstStyle/>
        <a:p>
          <a:endParaRPr lang="en-US" dirty="0"/>
        </a:p>
      </dgm:t>
    </dgm:pt>
    <dgm:pt modelId="{3EDD0227-F192-41C0-BA9E-7C8000CF715D}">
      <dgm:prSet/>
      <dgm:spPr>
        <a:solidFill>
          <a:schemeClr val="bg1">
            <a:lumMod val="85000"/>
          </a:schemeClr>
        </a:solidFill>
      </dgm:spPr>
      <dgm:t>
        <a:bodyPr/>
        <a:lstStyle/>
        <a:p>
          <a:r>
            <a:rPr lang="en-US" dirty="0">
              <a:solidFill>
                <a:schemeClr val="tx1"/>
              </a:solidFill>
            </a:rPr>
            <a:t>Core Systems: Wire Transfer</a:t>
          </a:r>
        </a:p>
      </dgm:t>
    </dgm:pt>
    <dgm:pt modelId="{8E953847-2AD0-4A61-9BB2-9BB8A08856EC}" type="parTrans" cxnId="{47C5D3C6-80D7-42B4-8ACB-7D6024D7D02B}">
      <dgm:prSet/>
      <dgm:spPr/>
      <dgm:t>
        <a:bodyPr/>
        <a:lstStyle/>
        <a:p>
          <a:endParaRPr lang="en-US"/>
        </a:p>
      </dgm:t>
    </dgm:pt>
    <dgm:pt modelId="{AE4DECD1-B5C5-4AAD-98E8-C36DBF2EB977}" type="sibTrans" cxnId="{47C5D3C6-80D7-42B4-8ACB-7D6024D7D02B}">
      <dgm:prSet/>
      <dgm:spPr/>
      <dgm:t>
        <a:bodyPr/>
        <a:lstStyle/>
        <a:p>
          <a:endParaRPr lang="en-US" dirty="0"/>
        </a:p>
      </dgm:t>
    </dgm:pt>
    <dgm:pt modelId="{C25B8B47-D0C0-4784-B5E4-CDA9DDEF802B}">
      <dgm:prSet/>
      <dgm:spPr>
        <a:solidFill>
          <a:schemeClr val="bg1">
            <a:lumMod val="85000"/>
          </a:schemeClr>
        </a:solidFill>
      </dgm:spPr>
      <dgm:t>
        <a:bodyPr/>
        <a:lstStyle/>
        <a:p>
          <a:r>
            <a:rPr lang="en-US" dirty="0">
              <a:solidFill>
                <a:schemeClr val="tx1"/>
              </a:solidFill>
            </a:rPr>
            <a:t>Perspectives on Payments: System Users</a:t>
          </a:r>
        </a:p>
      </dgm:t>
    </dgm:pt>
    <dgm:pt modelId="{5843323E-C3A5-4048-93C6-E9165BA98C49}" type="parTrans" cxnId="{049C1128-9A65-47B9-BA5E-6F9C6C59ED62}">
      <dgm:prSet/>
      <dgm:spPr/>
      <dgm:t>
        <a:bodyPr/>
        <a:lstStyle/>
        <a:p>
          <a:endParaRPr lang="en-US"/>
        </a:p>
      </dgm:t>
    </dgm:pt>
    <dgm:pt modelId="{41DC0EED-2B1A-4E1A-B957-7D6BCA7ED229}" type="sibTrans" cxnId="{049C1128-9A65-47B9-BA5E-6F9C6C59ED62}">
      <dgm:prSet/>
      <dgm:spPr/>
      <dgm:t>
        <a:bodyPr/>
        <a:lstStyle/>
        <a:p>
          <a:endParaRPr lang="en-US" dirty="0"/>
        </a:p>
      </dgm:t>
    </dgm:pt>
    <dgm:pt modelId="{26FDA2C2-101A-4066-829F-EE7F464DDCD0}">
      <dgm:prSet/>
      <dgm:spPr>
        <a:solidFill>
          <a:schemeClr val="bg1">
            <a:lumMod val="85000"/>
          </a:schemeClr>
        </a:solidFill>
      </dgm:spPr>
      <dgm:t>
        <a:bodyPr/>
        <a:lstStyle/>
        <a:p>
          <a:r>
            <a:rPr lang="en-US" dirty="0">
              <a:solidFill>
                <a:schemeClr val="tx1"/>
              </a:solidFill>
            </a:rPr>
            <a:t>Perspectives on Payments: Systems Providers</a:t>
          </a:r>
        </a:p>
      </dgm:t>
    </dgm:pt>
    <dgm:pt modelId="{8E4D8658-4B05-4F6E-8134-D7E6A48091D9}" type="parTrans" cxnId="{38CEC4BA-5CCB-4599-88E7-C8C2A40D781C}">
      <dgm:prSet/>
      <dgm:spPr/>
      <dgm:t>
        <a:bodyPr/>
        <a:lstStyle/>
        <a:p>
          <a:endParaRPr lang="en-US"/>
        </a:p>
      </dgm:t>
    </dgm:pt>
    <dgm:pt modelId="{1B2AA140-6517-45FE-8104-AAA0E0B9D2AD}" type="sibTrans" cxnId="{38CEC4BA-5CCB-4599-88E7-C8C2A40D781C}">
      <dgm:prSet/>
      <dgm:spPr/>
      <dgm:t>
        <a:bodyPr/>
        <a:lstStyle/>
        <a:p>
          <a:endParaRPr lang="en-US" dirty="0"/>
        </a:p>
      </dgm:t>
    </dgm:pt>
    <dgm:pt modelId="{9603876D-26DF-40BA-8762-C7D1CA6AFEE3}">
      <dgm:prSet/>
      <dgm:spPr>
        <a:solidFill>
          <a:schemeClr val="bg1">
            <a:lumMod val="85000"/>
          </a:schemeClr>
        </a:solidFill>
      </dgm:spPr>
      <dgm:t>
        <a:bodyPr/>
        <a:lstStyle/>
        <a:p>
          <a:r>
            <a:rPr lang="en-US" dirty="0">
              <a:solidFill>
                <a:schemeClr val="tx1"/>
              </a:solidFill>
            </a:rPr>
            <a:t>Payments Innovation</a:t>
          </a:r>
        </a:p>
      </dgm:t>
    </dgm:pt>
    <dgm:pt modelId="{0F6C071A-08F3-4133-B625-1C6A59DFB490}" type="parTrans" cxnId="{037B2C4F-B5F2-4CEA-BFD3-46EAA00BF6A7}">
      <dgm:prSet/>
      <dgm:spPr/>
      <dgm:t>
        <a:bodyPr/>
        <a:lstStyle/>
        <a:p>
          <a:endParaRPr lang="en-US"/>
        </a:p>
      </dgm:t>
    </dgm:pt>
    <dgm:pt modelId="{4F940860-C55A-43E2-8332-531888CB0496}" type="sibTrans" cxnId="{037B2C4F-B5F2-4CEA-BFD3-46EAA00BF6A7}">
      <dgm:prSet/>
      <dgm:spPr/>
      <dgm:t>
        <a:bodyPr/>
        <a:lstStyle/>
        <a:p>
          <a:endParaRPr lang="en-US"/>
        </a:p>
      </dgm:t>
    </dgm:pt>
    <dgm:pt modelId="{E50E9927-336F-4E00-9BB2-BB0EEED9B888}" type="pres">
      <dgm:prSet presAssocID="{CE5A456D-E7FB-4A7B-B0CF-59421F240B03}" presName="Name0" presStyleCnt="0">
        <dgm:presLayoutVars>
          <dgm:dir/>
          <dgm:resizeHandles val="exact"/>
        </dgm:presLayoutVars>
      </dgm:prSet>
      <dgm:spPr/>
    </dgm:pt>
    <dgm:pt modelId="{CDFD8D1C-5CAB-4D51-A387-1C39EA7CF6DC}" type="pres">
      <dgm:prSet presAssocID="{61CFE8F2-B206-4032-BE31-A54BAF174577}" presName="node" presStyleLbl="node1" presStyleIdx="0" presStyleCnt="10">
        <dgm:presLayoutVars>
          <dgm:bulletEnabled val="1"/>
        </dgm:presLayoutVars>
      </dgm:prSet>
      <dgm:spPr/>
    </dgm:pt>
    <dgm:pt modelId="{1204D6D1-E6E3-48C3-BF97-9DD70620E67E}" type="pres">
      <dgm:prSet presAssocID="{FAD45C4B-712D-4AC4-9C4D-CF9D4307AC4B}" presName="sibTrans" presStyleLbl="sibTrans1D1" presStyleIdx="0" presStyleCnt="9"/>
      <dgm:spPr/>
    </dgm:pt>
    <dgm:pt modelId="{A8F15122-4DB5-44ED-9F00-27DE2407373D}" type="pres">
      <dgm:prSet presAssocID="{FAD45C4B-712D-4AC4-9C4D-CF9D4307AC4B}" presName="connectorText" presStyleLbl="sibTrans1D1" presStyleIdx="0" presStyleCnt="9"/>
      <dgm:spPr/>
    </dgm:pt>
    <dgm:pt modelId="{DC415CD8-6EBD-49A8-99E4-205664A721CB}" type="pres">
      <dgm:prSet presAssocID="{F1B00EE3-588F-4652-9709-52BA0F8F5811}" presName="node" presStyleLbl="node1" presStyleIdx="1" presStyleCnt="10">
        <dgm:presLayoutVars>
          <dgm:bulletEnabled val="1"/>
        </dgm:presLayoutVars>
      </dgm:prSet>
      <dgm:spPr/>
    </dgm:pt>
    <dgm:pt modelId="{49BAD2F3-339F-45CD-820F-EEA86EA6E25D}" type="pres">
      <dgm:prSet presAssocID="{E3397DC5-ECC7-4EA4-A612-BF9453C53E44}" presName="sibTrans" presStyleLbl="sibTrans1D1" presStyleIdx="1" presStyleCnt="9"/>
      <dgm:spPr/>
    </dgm:pt>
    <dgm:pt modelId="{028BC94C-2A72-40C2-9157-214B000BAD1F}" type="pres">
      <dgm:prSet presAssocID="{E3397DC5-ECC7-4EA4-A612-BF9453C53E44}" presName="connectorText" presStyleLbl="sibTrans1D1" presStyleIdx="1" presStyleCnt="9"/>
      <dgm:spPr/>
    </dgm:pt>
    <dgm:pt modelId="{E8B80151-D766-45A6-AE73-9F53E8A589B0}" type="pres">
      <dgm:prSet presAssocID="{1A4FE2B7-A78F-4A98-B162-EFD7BBE86419}" presName="node" presStyleLbl="node1" presStyleIdx="2" presStyleCnt="10">
        <dgm:presLayoutVars>
          <dgm:bulletEnabled val="1"/>
        </dgm:presLayoutVars>
      </dgm:prSet>
      <dgm:spPr/>
    </dgm:pt>
    <dgm:pt modelId="{110631BB-9F9A-4269-B0E7-0F76A2EE43A3}" type="pres">
      <dgm:prSet presAssocID="{BF50CA0B-C5CE-449B-A387-01E5CC880DFE}" presName="sibTrans" presStyleLbl="sibTrans1D1" presStyleIdx="2" presStyleCnt="9"/>
      <dgm:spPr/>
    </dgm:pt>
    <dgm:pt modelId="{A2B69686-7DA7-4274-B4C5-7D88FAC152ED}" type="pres">
      <dgm:prSet presAssocID="{BF50CA0B-C5CE-449B-A387-01E5CC880DFE}" presName="connectorText" presStyleLbl="sibTrans1D1" presStyleIdx="2" presStyleCnt="9"/>
      <dgm:spPr/>
    </dgm:pt>
    <dgm:pt modelId="{9A4E2E46-7500-48FA-ADF8-81A627E3F3B6}" type="pres">
      <dgm:prSet presAssocID="{5C6AD22E-3DDA-4827-9863-CFD514894D4B}" presName="node" presStyleLbl="node1" presStyleIdx="3" presStyleCnt="10">
        <dgm:presLayoutVars>
          <dgm:bulletEnabled val="1"/>
        </dgm:presLayoutVars>
      </dgm:prSet>
      <dgm:spPr/>
    </dgm:pt>
    <dgm:pt modelId="{34099D24-D315-4692-93FC-574542CADD64}" type="pres">
      <dgm:prSet presAssocID="{95601A8E-3DDB-4C84-9191-97C054EFFC46}" presName="sibTrans" presStyleLbl="sibTrans1D1" presStyleIdx="3" presStyleCnt="9"/>
      <dgm:spPr/>
    </dgm:pt>
    <dgm:pt modelId="{3FF4D846-C541-43C7-8391-543400FFEA92}" type="pres">
      <dgm:prSet presAssocID="{95601A8E-3DDB-4C84-9191-97C054EFFC46}" presName="connectorText" presStyleLbl="sibTrans1D1" presStyleIdx="3" presStyleCnt="9"/>
      <dgm:spPr/>
    </dgm:pt>
    <dgm:pt modelId="{60889592-C042-48A5-BE72-097AD93ACA9A}" type="pres">
      <dgm:prSet presAssocID="{4D9CC26D-3491-4C4C-8B98-43731DE6A4BD}" presName="node" presStyleLbl="node1" presStyleIdx="4" presStyleCnt="10">
        <dgm:presLayoutVars>
          <dgm:bulletEnabled val="1"/>
        </dgm:presLayoutVars>
      </dgm:prSet>
      <dgm:spPr/>
    </dgm:pt>
    <dgm:pt modelId="{7FA90C6D-6A57-4376-9896-E7FA61D7C5CA}" type="pres">
      <dgm:prSet presAssocID="{B1FABE8A-D53D-4470-AD39-16C957E40A9B}" presName="sibTrans" presStyleLbl="sibTrans1D1" presStyleIdx="4" presStyleCnt="9"/>
      <dgm:spPr/>
    </dgm:pt>
    <dgm:pt modelId="{7C851255-C9E4-403D-A29F-E17D60254A9E}" type="pres">
      <dgm:prSet presAssocID="{B1FABE8A-D53D-4470-AD39-16C957E40A9B}" presName="connectorText" presStyleLbl="sibTrans1D1" presStyleIdx="4" presStyleCnt="9"/>
      <dgm:spPr/>
    </dgm:pt>
    <dgm:pt modelId="{C72E5AC1-707E-44EF-835D-54D1C2F581B2}" type="pres">
      <dgm:prSet presAssocID="{5ADEF3FD-6284-4872-974A-DBDFB3434D7D}" presName="node" presStyleLbl="node1" presStyleIdx="5" presStyleCnt="10">
        <dgm:presLayoutVars>
          <dgm:bulletEnabled val="1"/>
        </dgm:presLayoutVars>
      </dgm:prSet>
      <dgm:spPr/>
    </dgm:pt>
    <dgm:pt modelId="{B420622F-158C-454B-BAEE-C19D0F64A205}" type="pres">
      <dgm:prSet presAssocID="{BBFA93D2-E15A-4C98-92DD-4521E6479A9D}" presName="sibTrans" presStyleLbl="sibTrans1D1" presStyleIdx="5" presStyleCnt="9"/>
      <dgm:spPr/>
    </dgm:pt>
    <dgm:pt modelId="{96D2DF34-209A-4771-8219-C41A55AEDB37}" type="pres">
      <dgm:prSet presAssocID="{BBFA93D2-E15A-4C98-92DD-4521E6479A9D}" presName="connectorText" presStyleLbl="sibTrans1D1" presStyleIdx="5" presStyleCnt="9"/>
      <dgm:spPr/>
    </dgm:pt>
    <dgm:pt modelId="{C955FA0A-8F5E-4697-8136-04AF2B380386}" type="pres">
      <dgm:prSet presAssocID="{3EDD0227-F192-41C0-BA9E-7C8000CF715D}" presName="node" presStyleLbl="node1" presStyleIdx="6" presStyleCnt="10">
        <dgm:presLayoutVars>
          <dgm:bulletEnabled val="1"/>
        </dgm:presLayoutVars>
      </dgm:prSet>
      <dgm:spPr/>
    </dgm:pt>
    <dgm:pt modelId="{7D194C25-29D2-45F5-83A5-EDB2509960D6}" type="pres">
      <dgm:prSet presAssocID="{AE4DECD1-B5C5-4AAD-98E8-C36DBF2EB977}" presName="sibTrans" presStyleLbl="sibTrans1D1" presStyleIdx="6" presStyleCnt="9"/>
      <dgm:spPr/>
    </dgm:pt>
    <dgm:pt modelId="{AFB9CC4A-D353-4D89-9237-A7E6ACE86214}" type="pres">
      <dgm:prSet presAssocID="{AE4DECD1-B5C5-4AAD-98E8-C36DBF2EB977}" presName="connectorText" presStyleLbl="sibTrans1D1" presStyleIdx="6" presStyleCnt="9"/>
      <dgm:spPr/>
    </dgm:pt>
    <dgm:pt modelId="{794DB545-E32B-4F00-B80C-BD9A5A8607D0}" type="pres">
      <dgm:prSet presAssocID="{C25B8B47-D0C0-4784-B5E4-CDA9DDEF802B}" presName="node" presStyleLbl="node1" presStyleIdx="7" presStyleCnt="10">
        <dgm:presLayoutVars>
          <dgm:bulletEnabled val="1"/>
        </dgm:presLayoutVars>
      </dgm:prSet>
      <dgm:spPr/>
    </dgm:pt>
    <dgm:pt modelId="{ED46E85E-166B-4AB0-A6C7-A285D0E79636}" type="pres">
      <dgm:prSet presAssocID="{41DC0EED-2B1A-4E1A-B957-7D6BCA7ED229}" presName="sibTrans" presStyleLbl="sibTrans1D1" presStyleIdx="7" presStyleCnt="9"/>
      <dgm:spPr/>
    </dgm:pt>
    <dgm:pt modelId="{1E9B7B91-55A3-44B9-8218-DFA23715DA82}" type="pres">
      <dgm:prSet presAssocID="{41DC0EED-2B1A-4E1A-B957-7D6BCA7ED229}" presName="connectorText" presStyleLbl="sibTrans1D1" presStyleIdx="7" presStyleCnt="9"/>
      <dgm:spPr/>
    </dgm:pt>
    <dgm:pt modelId="{FC462A4D-BA1D-46A9-8B78-CDC01CEFBFA1}" type="pres">
      <dgm:prSet presAssocID="{26FDA2C2-101A-4066-829F-EE7F464DDCD0}" presName="node" presStyleLbl="node1" presStyleIdx="8" presStyleCnt="10">
        <dgm:presLayoutVars>
          <dgm:bulletEnabled val="1"/>
        </dgm:presLayoutVars>
      </dgm:prSet>
      <dgm:spPr/>
    </dgm:pt>
    <dgm:pt modelId="{29EA0B7B-2BF4-44F8-BD53-C5B6ED2EC8F9}" type="pres">
      <dgm:prSet presAssocID="{1B2AA140-6517-45FE-8104-AAA0E0B9D2AD}" presName="sibTrans" presStyleLbl="sibTrans1D1" presStyleIdx="8" presStyleCnt="9"/>
      <dgm:spPr/>
    </dgm:pt>
    <dgm:pt modelId="{6A330082-1388-4FD8-92B3-810E79AD6516}" type="pres">
      <dgm:prSet presAssocID="{1B2AA140-6517-45FE-8104-AAA0E0B9D2AD}" presName="connectorText" presStyleLbl="sibTrans1D1" presStyleIdx="8" presStyleCnt="9"/>
      <dgm:spPr/>
    </dgm:pt>
    <dgm:pt modelId="{23226EB3-52CF-49C2-843F-80BB34765411}" type="pres">
      <dgm:prSet presAssocID="{9603876D-26DF-40BA-8762-C7D1CA6AFEE3}" presName="node" presStyleLbl="node1" presStyleIdx="9" presStyleCnt="10">
        <dgm:presLayoutVars>
          <dgm:bulletEnabled val="1"/>
        </dgm:presLayoutVars>
      </dgm:prSet>
      <dgm:spPr/>
    </dgm:pt>
  </dgm:ptLst>
  <dgm:cxnLst>
    <dgm:cxn modelId="{D5B0520E-EF02-4B4C-B1A5-DF64A85A9779}" srcId="{CE5A456D-E7FB-4A7B-B0CF-59421F240B03}" destId="{61CFE8F2-B206-4032-BE31-A54BAF174577}" srcOrd="0" destOrd="0" parTransId="{CC9F325C-D195-4AA0-93DB-1647478F5410}" sibTransId="{FAD45C4B-712D-4AC4-9C4D-CF9D4307AC4B}"/>
    <dgm:cxn modelId="{80A2820E-0928-4902-AD4F-9EAA146D82BA}" srcId="{CE5A456D-E7FB-4A7B-B0CF-59421F240B03}" destId="{4D9CC26D-3491-4C4C-8B98-43731DE6A4BD}" srcOrd="4" destOrd="0" parTransId="{9E0C908F-8F8E-4BB8-A55B-AA57F8C63E35}" sibTransId="{B1FABE8A-D53D-4470-AD39-16C957E40A9B}"/>
    <dgm:cxn modelId="{4AB14C11-6C01-4C59-85E7-F9E2C03FC478}" type="presOf" srcId="{C25B8B47-D0C0-4784-B5E4-CDA9DDEF802B}" destId="{794DB545-E32B-4F00-B80C-BD9A5A8607D0}" srcOrd="0" destOrd="0" presId="urn:microsoft.com/office/officeart/2016/7/layout/RepeatingBendingProcessNew"/>
    <dgm:cxn modelId="{A5E97D16-EA41-491D-A5FB-132B6A3C5369}" type="presOf" srcId="{4D9CC26D-3491-4C4C-8B98-43731DE6A4BD}" destId="{60889592-C042-48A5-BE72-097AD93ACA9A}" srcOrd="0" destOrd="0" presId="urn:microsoft.com/office/officeart/2016/7/layout/RepeatingBendingProcessNew"/>
    <dgm:cxn modelId="{F287331E-6B80-42EA-A754-492F61804C66}" type="presOf" srcId="{BF50CA0B-C5CE-449B-A387-01E5CC880DFE}" destId="{110631BB-9F9A-4269-B0E7-0F76A2EE43A3}" srcOrd="0" destOrd="0" presId="urn:microsoft.com/office/officeart/2016/7/layout/RepeatingBendingProcessNew"/>
    <dgm:cxn modelId="{5AEC4423-EB91-4682-BDB6-665698BEDC3C}" type="presOf" srcId="{B1FABE8A-D53D-4470-AD39-16C957E40A9B}" destId="{7C851255-C9E4-403D-A29F-E17D60254A9E}" srcOrd="1" destOrd="0" presId="urn:microsoft.com/office/officeart/2016/7/layout/RepeatingBendingProcessNew"/>
    <dgm:cxn modelId="{0FDB9C24-DE99-48B0-A147-93673374F797}" type="presOf" srcId="{95601A8E-3DDB-4C84-9191-97C054EFFC46}" destId="{3FF4D846-C541-43C7-8391-543400FFEA92}" srcOrd="1" destOrd="0" presId="urn:microsoft.com/office/officeart/2016/7/layout/RepeatingBendingProcessNew"/>
    <dgm:cxn modelId="{049C1128-9A65-47B9-BA5E-6F9C6C59ED62}" srcId="{CE5A456D-E7FB-4A7B-B0CF-59421F240B03}" destId="{C25B8B47-D0C0-4784-B5E4-CDA9DDEF802B}" srcOrd="7" destOrd="0" parTransId="{5843323E-C3A5-4048-93C6-E9165BA98C49}" sibTransId="{41DC0EED-2B1A-4E1A-B957-7D6BCA7ED229}"/>
    <dgm:cxn modelId="{6DE45F29-2F6C-48D6-ACAF-5FF12A0FD416}" srcId="{CE5A456D-E7FB-4A7B-B0CF-59421F240B03}" destId="{5C6AD22E-3DDA-4827-9863-CFD514894D4B}" srcOrd="3" destOrd="0" parTransId="{FBCC1297-1A49-42AB-8C8F-BE59F54555F8}" sibTransId="{95601A8E-3DDB-4C84-9191-97C054EFFC46}"/>
    <dgm:cxn modelId="{2E0F5E2E-133D-4C04-823F-4C00585D3F4A}" type="presOf" srcId="{BBFA93D2-E15A-4C98-92DD-4521E6479A9D}" destId="{96D2DF34-209A-4771-8219-C41A55AEDB37}" srcOrd="1" destOrd="0" presId="urn:microsoft.com/office/officeart/2016/7/layout/RepeatingBendingProcessNew"/>
    <dgm:cxn modelId="{CAAD9A3F-D081-4FE5-9FFC-3EFE141DAA7D}" type="presOf" srcId="{BF50CA0B-C5CE-449B-A387-01E5CC880DFE}" destId="{A2B69686-7DA7-4274-B4C5-7D88FAC152ED}" srcOrd="1" destOrd="0" presId="urn:microsoft.com/office/officeart/2016/7/layout/RepeatingBendingProcessNew"/>
    <dgm:cxn modelId="{1DF90340-116D-4324-B17B-064671EF6B21}" type="presOf" srcId="{5C6AD22E-3DDA-4827-9863-CFD514894D4B}" destId="{9A4E2E46-7500-48FA-ADF8-81A627E3F3B6}" srcOrd="0" destOrd="0" presId="urn:microsoft.com/office/officeart/2016/7/layout/RepeatingBendingProcessNew"/>
    <dgm:cxn modelId="{C912835E-42BD-448E-8A93-39E016A224D8}" type="presOf" srcId="{3EDD0227-F192-41C0-BA9E-7C8000CF715D}" destId="{C955FA0A-8F5E-4697-8136-04AF2B380386}" srcOrd="0" destOrd="0" presId="urn:microsoft.com/office/officeart/2016/7/layout/RepeatingBendingProcessNew"/>
    <dgm:cxn modelId="{84572161-D688-41BF-8315-DBC386B6D2F9}" srcId="{CE5A456D-E7FB-4A7B-B0CF-59421F240B03}" destId="{1A4FE2B7-A78F-4A98-B162-EFD7BBE86419}" srcOrd="2" destOrd="0" parTransId="{A826B3ED-73D6-494D-8525-7A03B939165F}" sibTransId="{BF50CA0B-C5CE-449B-A387-01E5CC880DFE}"/>
    <dgm:cxn modelId="{E86D7062-DA3C-4E8C-82AA-2263436437D6}" type="presOf" srcId="{AE4DECD1-B5C5-4AAD-98E8-C36DBF2EB977}" destId="{AFB9CC4A-D353-4D89-9237-A7E6ACE86214}" srcOrd="1" destOrd="0" presId="urn:microsoft.com/office/officeart/2016/7/layout/RepeatingBendingProcessNew"/>
    <dgm:cxn modelId="{04037366-31A8-4945-A576-A96D36745C29}" type="presOf" srcId="{CE5A456D-E7FB-4A7B-B0CF-59421F240B03}" destId="{E50E9927-336F-4E00-9BB2-BB0EEED9B888}" srcOrd="0" destOrd="0" presId="urn:microsoft.com/office/officeart/2016/7/layout/RepeatingBendingProcessNew"/>
    <dgm:cxn modelId="{4BBC9F69-0074-4F11-A4EE-53D3E448653D}" type="presOf" srcId="{41DC0EED-2B1A-4E1A-B957-7D6BCA7ED229}" destId="{ED46E85E-166B-4AB0-A6C7-A285D0E79636}" srcOrd="0" destOrd="0" presId="urn:microsoft.com/office/officeart/2016/7/layout/RepeatingBendingProcessNew"/>
    <dgm:cxn modelId="{FC3E0F4B-B895-4979-BC1D-F86808662545}" type="presOf" srcId="{26FDA2C2-101A-4066-829F-EE7F464DDCD0}" destId="{FC462A4D-BA1D-46A9-8B78-CDC01CEFBFA1}" srcOrd="0" destOrd="0" presId="urn:microsoft.com/office/officeart/2016/7/layout/RepeatingBendingProcessNew"/>
    <dgm:cxn modelId="{6958BF6D-8F92-41A3-8E45-C68556F320F8}" type="presOf" srcId="{9603876D-26DF-40BA-8762-C7D1CA6AFEE3}" destId="{23226EB3-52CF-49C2-843F-80BB34765411}" srcOrd="0" destOrd="0" presId="urn:microsoft.com/office/officeart/2016/7/layout/RepeatingBendingProcessNew"/>
    <dgm:cxn modelId="{F75B0F4E-ADE7-4D3A-B457-25047B02F1F5}" type="presOf" srcId="{BBFA93D2-E15A-4C98-92DD-4521E6479A9D}" destId="{B420622F-158C-454B-BAEE-C19D0F64A205}" srcOrd="0" destOrd="0" presId="urn:microsoft.com/office/officeart/2016/7/layout/RepeatingBendingProcessNew"/>
    <dgm:cxn modelId="{037B2C4F-B5F2-4CEA-BFD3-46EAA00BF6A7}" srcId="{CE5A456D-E7FB-4A7B-B0CF-59421F240B03}" destId="{9603876D-26DF-40BA-8762-C7D1CA6AFEE3}" srcOrd="9" destOrd="0" parTransId="{0F6C071A-08F3-4133-B625-1C6A59DFB490}" sibTransId="{4F940860-C55A-43E2-8332-531888CB0496}"/>
    <dgm:cxn modelId="{C3144856-59AC-4A4F-B1C9-8B5D8C9365F7}" type="presOf" srcId="{AE4DECD1-B5C5-4AAD-98E8-C36DBF2EB977}" destId="{7D194C25-29D2-45F5-83A5-EDB2509960D6}" srcOrd="0" destOrd="0" presId="urn:microsoft.com/office/officeart/2016/7/layout/RepeatingBendingProcessNew"/>
    <dgm:cxn modelId="{5E537458-A8E0-4060-99CB-90D71FC07966}" srcId="{CE5A456D-E7FB-4A7B-B0CF-59421F240B03}" destId="{5ADEF3FD-6284-4872-974A-DBDFB3434D7D}" srcOrd="5" destOrd="0" parTransId="{12EF95CC-192A-44A4-9A11-8ADE6438A1A6}" sibTransId="{BBFA93D2-E15A-4C98-92DD-4521E6479A9D}"/>
    <dgm:cxn modelId="{66AAF279-AF74-4C36-8307-D3F850CAEE1B}" type="presOf" srcId="{B1FABE8A-D53D-4470-AD39-16C957E40A9B}" destId="{7FA90C6D-6A57-4376-9896-E7FA61D7C5CA}" srcOrd="0" destOrd="0" presId="urn:microsoft.com/office/officeart/2016/7/layout/RepeatingBendingProcessNew"/>
    <dgm:cxn modelId="{DC3CD48A-989A-478D-A62E-A6DB289E6C41}" srcId="{CE5A456D-E7FB-4A7B-B0CF-59421F240B03}" destId="{F1B00EE3-588F-4652-9709-52BA0F8F5811}" srcOrd="1" destOrd="0" parTransId="{DFC423D1-F42A-4284-8689-D5AF5540597D}" sibTransId="{E3397DC5-ECC7-4EA4-A612-BF9453C53E44}"/>
    <dgm:cxn modelId="{9F5B7BA5-49B3-45EC-85F4-95361FF1E6FE}" type="presOf" srcId="{F1B00EE3-588F-4652-9709-52BA0F8F5811}" destId="{DC415CD8-6EBD-49A8-99E4-205664A721CB}" srcOrd="0" destOrd="0" presId="urn:microsoft.com/office/officeart/2016/7/layout/RepeatingBendingProcessNew"/>
    <dgm:cxn modelId="{F50A41A6-1757-4986-B5C9-5E97FEAEF466}" type="presOf" srcId="{E3397DC5-ECC7-4EA4-A612-BF9453C53E44}" destId="{028BC94C-2A72-40C2-9157-214B000BAD1F}" srcOrd="1" destOrd="0" presId="urn:microsoft.com/office/officeart/2016/7/layout/RepeatingBendingProcessNew"/>
    <dgm:cxn modelId="{5790E7A7-931D-4236-B6E8-01E7FD627FE1}" type="presOf" srcId="{1A4FE2B7-A78F-4A98-B162-EFD7BBE86419}" destId="{E8B80151-D766-45A6-AE73-9F53E8A589B0}" srcOrd="0" destOrd="0" presId="urn:microsoft.com/office/officeart/2016/7/layout/RepeatingBendingProcessNew"/>
    <dgm:cxn modelId="{F6CE9DB3-736D-4A12-94EF-AE53E0A78E9B}" type="presOf" srcId="{E3397DC5-ECC7-4EA4-A612-BF9453C53E44}" destId="{49BAD2F3-339F-45CD-820F-EEA86EA6E25D}" srcOrd="0" destOrd="0" presId="urn:microsoft.com/office/officeart/2016/7/layout/RepeatingBendingProcessNew"/>
    <dgm:cxn modelId="{79796CB6-9C11-4520-8572-40D4DC15FDD8}" type="presOf" srcId="{61CFE8F2-B206-4032-BE31-A54BAF174577}" destId="{CDFD8D1C-5CAB-4D51-A387-1C39EA7CF6DC}" srcOrd="0" destOrd="0" presId="urn:microsoft.com/office/officeart/2016/7/layout/RepeatingBendingProcessNew"/>
    <dgm:cxn modelId="{38CEC4BA-5CCB-4599-88E7-C8C2A40D781C}" srcId="{CE5A456D-E7FB-4A7B-B0CF-59421F240B03}" destId="{26FDA2C2-101A-4066-829F-EE7F464DDCD0}" srcOrd="8" destOrd="0" parTransId="{8E4D8658-4B05-4F6E-8134-D7E6A48091D9}" sibTransId="{1B2AA140-6517-45FE-8104-AAA0E0B9D2AD}"/>
    <dgm:cxn modelId="{F7D1D9C0-56B0-4EC7-B68E-3A01E363A456}" type="presOf" srcId="{1B2AA140-6517-45FE-8104-AAA0E0B9D2AD}" destId="{29EA0B7B-2BF4-44F8-BD53-C5B6ED2EC8F9}" srcOrd="0" destOrd="0" presId="urn:microsoft.com/office/officeart/2016/7/layout/RepeatingBendingProcessNew"/>
    <dgm:cxn modelId="{1AEB7CC5-B366-41DB-9375-42A50ACBE3F6}" type="presOf" srcId="{1B2AA140-6517-45FE-8104-AAA0E0B9D2AD}" destId="{6A330082-1388-4FD8-92B3-810E79AD6516}" srcOrd="1" destOrd="0" presId="urn:microsoft.com/office/officeart/2016/7/layout/RepeatingBendingProcessNew"/>
    <dgm:cxn modelId="{47C5D3C6-80D7-42B4-8ACB-7D6024D7D02B}" srcId="{CE5A456D-E7FB-4A7B-B0CF-59421F240B03}" destId="{3EDD0227-F192-41C0-BA9E-7C8000CF715D}" srcOrd="6" destOrd="0" parTransId="{8E953847-2AD0-4A61-9BB2-9BB8A08856EC}" sibTransId="{AE4DECD1-B5C5-4AAD-98E8-C36DBF2EB977}"/>
    <dgm:cxn modelId="{50CCCACF-0A7F-4C0E-8B0B-BC798CCC127D}" type="presOf" srcId="{FAD45C4B-712D-4AC4-9C4D-CF9D4307AC4B}" destId="{A8F15122-4DB5-44ED-9F00-27DE2407373D}" srcOrd="1" destOrd="0" presId="urn:microsoft.com/office/officeart/2016/7/layout/RepeatingBendingProcessNew"/>
    <dgm:cxn modelId="{BF97DDDB-4A5E-4CAE-A1D2-890FCFE352D0}" type="presOf" srcId="{41DC0EED-2B1A-4E1A-B957-7D6BCA7ED229}" destId="{1E9B7B91-55A3-44B9-8218-DFA23715DA82}" srcOrd="1" destOrd="0" presId="urn:microsoft.com/office/officeart/2016/7/layout/RepeatingBendingProcessNew"/>
    <dgm:cxn modelId="{FE3143F4-ADA8-4962-947E-2CDD028A2A47}" type="presOf" srcId="{FAD45C4B-712D-4AC4-9C4D-CF9D4307AC4B}" destId="{1204D6D1-E6E3-48C3-BF97-9DD70620E67E}" srcOrd="0" destOrd="0" presId="urn:microsoft.com/office/officeart/2016/7/layout/RepeatingBendingProcessNew"/>
    <dgm:cxn modelId="{0EEE9FF4-6131-4DD9-A76C-926A76C16376}" type="presOf" srcId="{5ADEF3FD-6284-4872-974A-DBDFB3434D7D}" destId="{C72E5AC1-707E-44EF-835D-54D1C2F581B2}" srcOrd="0" destOrd="0" presId="urn:microsoft.com/office/officeart/2016/7/layout/RepeatingBendingProcessNew"/>
    <dgm:cxn modelId="{55AF4FF6-7B5A-47D4-A737-88BBB6940409}" type="presOf" srcId="{95601A8E-3DDB-4C84-9191-97C054EFFC46}" destId="{34099D24-D315-4692-93FC-574542CADD64}" srcOrd="0" destOrd="0" presId="urn:microsoft.com/office/officeart/2016/7/layout/RepeatingBendingProcessNew"/>
    <dgm:cxn modelId="{2A1D470C-62DD-43CB-BC19-7BAF4D4E4583}" type="presParOf" srcId="{E50E9927-336F-4E00-9BB2-BB0EEED9B888}" destId="{CDFD8D1C-5CAB-4D51-A387-1C39EA7CF6DC}" srcOrd="0" destOrd="0" presId="urn:microsoft.com/office/officeart/2016/7/layout/RepeatingBendingProcessNew"/>
    <dgm:cxn modelId="{81941532-0445-4EDC-BE2B-C502663732F1}" type="presParOf" srcId="{E50E9927-336F-4E00-9BB2-BB0EEED9B888}" destId="{1204D6D1-E6E3-48C3-BF97-9DD70620E67E}" srcOrd="1" destOrd="0" presId="urn:microsoft.com/office/officeart/2016/7/layout/RepeatingBendingProcessNew"/>
    <dgm:cxn modelId="{394C5948-F56C-4F35-B103-B72B0962F401}" type="presParOf" srcId="{1204D6D1-E6E3-48C3-BF97-9DD70620E67E}" destId="{A8F15122-4DB5-44ED-9F00-27DE2407373D}" srcOrd="0" destOrd="0" presId="urn:microsoft.com/office/officeart/2016/7/layout/RepeatingBendingProcessNew"/>
    <dgm:cxn modelId="{1DF01C30-8299-4343-8B93-39E4183769FF}" type="presParOf" srcId="{E50E9927-336F-4E00-9BB2-BB0EEED9B888}" destId="{DC415CD8-6EBD-49A8-99E4-205664A721CB}" srcOrd="2" destOrd="0" presId="urn:microsoft.com/office/officeart/2016/7/layout/RepeatingBendingProcessNew"/>
    <dgm:cxn modelId="{83EF4A6B-0239-4C9D-846A-F87B7A82D2CE}" type="presParOf" srcId="{E50E9927-336F-4E00-9BB2-BB0EEED9B888}" destId="{49BAD2F3-339F-45CD-820F-EEA86EA6E25D}" srcOrd="3" destOrd="0" presId="urn:microsoft.com/office/officeart/2016/7/layout/RepeatingBendingProcessNew"/>
    <dgm:cxn modelId="{E1B7BFAB-1964-4730-9A1B-9BE282D18F66}" type="presParOf" srcId="{49BAD2F3-339F-45CD-820F-EEA86EA6E25D}" destId="{028BC94C-2A72-40C2-9157-214B000BAD1F}" srcOrd="0" destOrd="0" presId="urn:microsoft.com/office/officeart/2016/7/layout/RepeatingBendingProcessNew"/>
    <dgm:cxn modelId="{5D19E9D9-44F9-4223-9EC9-CBD405CD941C}" type="presParOf" srcId="{E50E9927-336F-4E00-9BB2-BB0EEED9B888}" destId="{E8B80151-D766-45A6-AE73-9F53E8A589B0}" srcOrd="4" destOrd="0" presId="urn:microsoft.com/office/officeart/2016/7/layout/RepeatingBendingProcessNew"/>
    <dgm:cxn modelId="{51B2ACA9-0C11-4608-B473-BA06634CEDCD}" type="presParOf" srcId="{E50E9927-336F-4E00-9BB2-BB0EEED9B888}" destId="{110631BB-9F9A-4269-B0E7-0F76A2EE43A3}" srcOrd="5" destOrd="0" presId="urn:microsoft.com/office/officeart/2016/7/layout/RepeatingBendingProcessNew"/>
    <dgm:cxn modelId="{E703C9BE-F1A2-49EA-8694-F36043DB9C43}" type="presParOf" srcId="{110631BB-9F9A-4269-B0E7-0F76A2EE43A3}" destId="{A2B69686-7DA7-4274-B4C5-7D88FAC152ED}" srcOrd="0" destOrd="0" presId="urn:microsoft.com/office/officeart/2016/7/layout/RepeatingBendingProcessNew"/>
    <dgm:cxn modelId="{A2B05085-56DC-4B27-B788-9F3BF208DF2B}" type="presParOf" srcId="{E50E9927-336F-4E00-9BB2-BB0EEED9B888}" destId="{9A4E2E46-7500-48FA-ADF8-81A627E3F3B6}" srcOrd="6" destOrd="0" presId="urn:microsoft.com/office/officeart/2016/7/layout/RepeatingBendingProcessNew"/>
    <dgm:cxn modelId="{12D3CF20-E764-41CF-AE14-A69120FEE212}" type="presParOf" srcId="{E50E9927-336F-4E00-9BB2-BB0EEED9B888}" destId="{34099D24-D315-4692-93FC-574542CADD64}" srcOrd="7" destOrd="0" presId="urn:microsoft.com/office/officeart/2016/7/layout/RepeatingBendingProcessNew"/>
    <dgm:cxn modelId="{436A87CF-769D-4355-8C3D-81374B5F86F0}" type="presParOf" srcId="{34099D24-D315-4692-93FC-574542CADD64}" destId="{3FF4D846-C541-43C7-8391-543400FFEA92}" srcOrd="0" destOrd="0" presId="urn:microsoft.com/office/officeart/2016/7/layout/RepeatingBendingProcessNew"/>
    <dgm:cxn modelId="{017E0DFE-E85F-4561-8050-0E1C3F844321}" type="presParOf" srcId="{E50E9927-336F-4E00-9BB2-BB0EEED9B888}" destId="{60889592-C042-48A5-BE72-097AD93ACA9A}" srcOrd="8" destOrd="0" presId="urn:microsoft.com/office/officeart/2016/7/layout/RepeatingBendingProcessNew"/>
    <dgm:cxn modelId="{2A632D2C-C75E-4739-9051-63D029C4A82D}" type="presParOf" srcId="{E50E9927-336F-4E00-9BB2-BB0EEED9B888}" destId="{7FA90C6D-6A57-4376-9896-E7FA61D7C5CA}" srcOrd="9" destOrd="0" presId="urn:microsoft.com/office/officeart/2016/7/layout/RepeatingBendingProcessNew"/>
    <dgm:cxn modelId="{C6F52E1B-4719-4D58-B41D-DC81A46A1ACF}" type="presParOf" srcId="{7FA90C6D-6A57-4376-9896-E7FA61D7C5CA}" destId="{7C851255-C9E4-403D-A29F-E17D60254A9E}" srcOrd="0" destOrd="0" presId="urn:microsoft.com/office/officeart/2016/7/layout/RepeatingBendingProcessNew"/>
    <dgm:cxn modelId="{57ADC8F2-021E-4C62-9946-0603A2B826F7}" type="presParOf" srcId="{E50E9927-336F-4E00-9BB2-BB0EEED9B888}" destId="{C72E5AC1-707E-44EF-835D-54D1C2F581B2}" srcOrd="10" destOrd="0" presId="urn:microsoft.com/office/officeart/2016/7/layout/RepeatingBendingProcessNew"/>
    <dgm:cxn modelId="{15070A23-08F1-425D-AD9D-32CAA02B55B4}" type="presParOf" srcId="{E50E9927-336F-4E00-9BB2-BB0EEED9B888}" destId="{B420622F-158C-454B-BAEE-C19D0F64A205}" srcOrd="11" destOrd="0" presId="urn:microsoft.com/office/officeart/2016/7/layout/RepeatingBendingProcessNew"/>
    <dgm:cxn modelId="{B19F0C26-808B-4137-B8FA-72A405D41714}" type="presParOf" srcId="{B420622F-158C-454B-BAEE-C19D0F64A205}" destId="{96D2DF34-209A-4771-8219-C41A55AEDB37}" srcOrd="0" destOrd="0" presId="urn:microsoft.com/office/officeart/2016/7/layout/RepeatingBendingProcessNew"/>
    <dgm:cxn modelId="{02500CB8-261A-43FB-B607-5999422AEDDE}" type="presParOf" srcId="{E50E9927-336F-4E00-9BB2-BB0EEED9B888}" destId="{C955FA0A-8F5E-4697-8136-04AF2B380386}" srcOrd="12" destOrd="0" presId="urn:microsoft.com/office/officeart/2016/7/layout/RepeatingBendingProcessNew"/>
    <dgm:cxn modelId="{030E0372-CD6C-4DAB-9B18-8C951EEFDA59}" type="presParOf" srcId="{E50E9927-336F-4E00-9BB2-BB0EEED9B888}" destId="{7D194C25-29D2-45F5-83A5-EDB2509960D6}" srcOrd="13" destOrd="0" presId="urn:microsoft.com/office/officeart/2016/7/layout/RepeatingBendingProcessNew"/>
    <dgm:cxn modelId="{DFF4D081-53C5-47A6-BE00-63FC34063EF9}" type="presParOf" srcId="{7D194C25-29D2-45F5-83A5-EDB2509960D6}" destId="{AFB9CC4A-D353-4D89-9237-A7E6ACE86214}" srcOrd="0" destOrd="0" presId="urn:microsoft.com/office/officeart/2016/7/layout/RepeatingBendingProcessNew"/>
    <dgm:cxn modelId="{5D730C03-5C40-4E8D-8C87-9D9F552100BD}" type="presParOf" srcId="{E50E9927-336F-4E00-9BB2-BB0EEED9B888}" destId="{794DB545-E32B-4F00-B80C-BD9A5A8607D0}" srcOrd="14" destOrd="0" presId="urn:microsoft.com/office/officeart/2016/7/layout/RepeatingBendingProcessNew"/>
    <dgm:cxn modelId="{83DC29A7-2912-44B5-9F77-BEED03F485BF}" type="presParOf" srcId="{E50E9927-336F-4E00-9BB2-BB0EEED9B888}" destId="{ED46E85E-166B-4AB0-A6C7-A285D0E79636}" srcOrd="15" destOrd="0" presId="urn:microsoft.com/office/officeart/2016/7/layout/RepeatingBendingProcessNew"/>
    <dgm:cxn modelId="{414391E6-7EE9-40D4-9DAD-6451103E7D15}" type="presParOf" srcId="{ED46E85E-166B-4AB0-A6C7-A285D0E79636}" destId="{1E9B7B91-55A3-44B9-8218-DFA23715DA82}" srcOrd="0" destOrd="0" presId="urn:microsoft.com/office/officeart/2016/7/layout/RepeatingBendingProcessNew"/>
    <dgm:cxn modelId="{D1F94D90-64D8-404B-B8C0-5837B62A7207}" type="presParOf" srcId="{E50E9927-336F-4E00-9BB2-BB0EEED9B888}" destId="{FC462A4D-BA1D-46A9-8B78-CDC01CEFBFA1}" srcOrd="16" destOrd="0" presId="urn:microsoft.com/office/officeart/2016/7/layout/RepeatingBendingProcessNew"/>
    <dgm:cxn modelId="{06FDA646-E926-49E8-BE06-038DE3BCEAD2}" type="presParOf" srcId="{E50E9927-336F-4E00-9BB2-BB0EEED9B888}" destId="{29EA0B7B-2BF4-44F8-BD53-C5B6ED2EC8F9}" srcOrd="17" destOrd="0" presId="urn:microsoft.com/office/officeart/2016/7/layout/RepeatingBendingProcessNew"/>
    <dgm:cxn modelId="{AD43552B-6568-4826-993D-0DACCB373B3F}" type="presParOf" srcId="{29EA0B7B-2BF4-44F8-BD53-C5B6ED2EC8F9}" destId="{6A330082-1388-4FD8-92B3-810E79AD6516}" srcOrd="0" destOrd="0" presId="urn:microsoft.com/office/officeart/2016/7/layout/RepeatingBendingProcessNew"/>
    <dgm:cxn modelId="{807FACB8-58C4-4448-A846-1545D35BA600}" type="presParOf" srcId="{E50E9927-336F-4E00-9BB2-BB0EEED9B888}" destId="{23226EB3-52CF-49C2-843F-80BB34765411}" srcOrd="1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5A456D-E7FB-4A7B-B0CF-59421F240B03}"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61CFE8F2-B206-4032-BE31-A54BAF174577}">
      <dgm:prSet/>
      <dgm:spPr>
        <a:solidFill>
          <a:schemeClr val="accent3">
            <a:lumMod val="40000"/>
            <a:lumOff val="60000"/>
          </a:schemeClr>
        </a:solidFill>
      </dgm:spPr>
      <dgm:t>
        <a:bodyPr/>
        <a:lstStyle/>
        <a:p>
          <a:r>
            <a:rPr lang="en-US" dirty="0">
              <a:solidFill>
                <a:schemeClr val="tx1"/>
              </a:solidFill>
            </a:rPr>
            <a:t>Introduction</a:t>
          </a:r>
        </a:p>
      </dgm:t>
    </dgm:pt>
    <dgm:pt modelId="{CC9F325C-D195-4AA0-93DB-1647478F5410}" type="parTrans" cxnId="{D5B0520E-EF02-4B4C-B1A5-DF64A85A9779}">
      <dgm:prSet/>
      <dgm:spPr/>
      <dgm:t>
        <a:bodyPr/>
        <a:lstStyle/>
        <a:p>
          <a:endParaRPr lang="en-US"/>
        </a:p>
      </dgm:t>
    </dgm:pt>
    <dgm:pt modelId="{FAD45C4B-712D-4AC4-9C4D-CF9D4307AC4B}" type="sibTrans" cxnId="{D5B0520E-EF02-4B4C-B1A5-DF64A85A9779}">
      <dgm:prSet/>
      <dgm:spPr/>
      <dgm:t>
        <a:bodyPr/>
        <a:lstStyle/>
        <a:p>
          <a:endParaRPr lang="en-US" dirty="0"/>
        </a:p>
      </dgm:t>
    </dgm:pt>
    <dgm:pt modelId="{F1B00EE3-588F-4652-9709-52BA0F8F5811}">
      <dgm:prSet/>
      <dgm:spPr>
        <a:solidFill>
          <a:schemeClr val="accent3">
            <a:lumMod val="40000"/>
            <a:lumOff val="60000"/>
          </a:schemeClr>
        </a:solidFill>
      </dgm:spPr>
      <dgm:t>
        <a:bodyPr/>
        <a:lstStyle/>
        <a:p>
          <a:r>
            <a:rPr lang="en-US" dirty="0">
              <a:solidFill>
                <a:schemeClr val="tx1"/>
              </a:solidFill>
            </a:rPr>
            <a:t>Payments Systems Overview</a:t>
          </a:r>
        </a:p>
      </dgm:t>
    </dgm:pt>
    <dgm:pt modelId="{DFC423D1-F42A-4284-8689-D5AF5540597D}" type="parTrans" cxnId="{DC3CD48A-989A-478D-A62E-A6DB289E6C41}">
      <dgm:prSet/>
      <dgm:spPr/>
      <dgm:t>
        <a:bodyPr/>
        <a:lstStyle/>
        <a:p>
          <a:endParaRPr lang="en-US"/>
        </a:p>
      </dgm:t>
    </dgm:pt>
    <dgm:pt modelId="{E3397DC5-ECC7-4EA4-A612-BF9453C53E44}" type="sibTrans" cxnId="{DC3CD48A-989A-478D-A62E-A6DB289E6C41}">
      <dgm:prSet/>
      <dgm:spPr/>
      <dgm:t>
        <a:bodyPr/>
        <a:lstStyle/>
        <a:p>
          <a:endParaRPr lang="en-US" dirty="0"/>
        </a:p>
      </dgm:t>
    </dgm:pt>
    <dgm:pt modelId="{1A4FE2B7-A78F-4A98-B162-EFD7BBE86419}">
      <dgm:prSet/>
      <dgm:spPr>
        <a:solidFill>
          <a:schemeClr val="accent3">
            <a:lumMod val="40000"/>
            <a:lumOff val="60000"/>
          </a:schemeClr>
        </a:solidFill>
      </dgm:spPr>
      <dgm:t>
        <a:bodyPr/>
        <a:lstStyle/>
        <a:p>
          <a:r>
            <a:rPr lang="en-US" dirty="0">
              <a:solidFill>
                <a:schemeClr val="tx1"/>
              </a:solidFill>
            </a:rPr>
            <a:t>Core Systems: Checking</a:t>
          </a:r>
        </a:p>
      </dgm:t>
    </dgm:pt>
    <dgm:pt modelId="{A826B3ED-73D6-494D-8525-7A03B939165F}" type="parTrans" cxnId="{84572161-D688-41BF-8315-DBC386B6D2F9}">
      <dgm:prSet/>
      <dgm:spPr/>
      <dgm:t>
        <a:bodyPr/>
        <a:lstStyle/>
        <a:p>
          <a:endParaRPr lang="en-US"/>
        </a:p>
      </dgm:t>
    </dgm:pt>
    <dgm:pt modelId="{BF50CA0B-C5CE-449B-A387-01E5CC880DFE}" type="sibTrans" cxnId="{84572161-D688-41BF-8315-DBC386B6D2F9}">
      <dgm:prSet/>
      <dgm:spPr/>
      <dgm:t>
        <a:bodyPr/>
        <a:lstStyle/>
        <a:p>
          <a:endParaRPr lang="en-US" dirty="0"/>
        </a:p>
      </dgm:t>
    </dgm:pt>
    <dgm:pt modelId="{5C6AD22E-3DDA-4827-9863-CFD514894D4B}">
      <dgm:prSet/>
      <dgm:spPr>
        <a:solidFill>
          <a:schemeClr val="bg1">
            <a:lumMod val="85000"/>
          </a:schemeClr>
        </a:solidFill>
      </dgm:spPr>
      <dgm:t>
        <a:bodyPr/>
        <a:lstStyle/>
        <a:p>
          <a:r>
            <a:rPr lang="en-US" dirty="0">
              <a:solidFill>
                <a:schemeClr val="tx1"/>
              </a:solidFill>
            </a:rPr>
            <a:t>Core Systems: ACH</a:t>
          </a:r>
        </a:p>
      </dgm:t>
    </dgm:pt>
    <dgm:pt modelId="{FBCC1297-1A49-42AB-8C8F-BE59F54555F8}" type="parTrans" cxnId="{6DE45F29-2F6C-48D6-ACAF-5FF12A0FD416}">
      <dgm:prSet/>
      <dgm:spPr/>
      <dgm:t>
        <a:bodyPr/>
        <a:lstStyle/>
        <a:p>
          <a:endParaRPr lang="en-US"/>
        </a:p>
      </dgm:t>
    </dgm:pt>
    <dgm:pt modelId="{95601A8E-3DDB-4C84-9191-97C054EFFC46}" type="sibTrans" cxnId="{6DE45F29-2F6C-48D6-ACAF-5FF12A0FD416}">
      <dgm:prSet/>
      <dgm:spPr/>
      <dgm:t>
        <a:bodyPr/>
        <a:lstStyle/>
        <a:p>
          <a:endParaRPr lang="en-US" dirty="0"/>
        </a:p>
      </dgm:t>
    </dgm:pt>
    <dgm:pt modelId="{4D9CC26D-3491-4C4C-8B98-43731DE6A4BD}">
      <dgm:prSet/>
      <dgm:spPr>
        <a:solidFill>
          <a:schemeClr val="bg1">
            <a:lumMod val="85000"/>
          </a:schemeClr>
        </a:solidFill>
      </dgm:spPr>
      <dgm:t>
        <a:bodyPr/>
        <a:lstStyle/>
        <a:p>
          <a:r>
            <a:rPr lang="en-US" dirty="0">
              <a:solidFill>
                <a:schemeClr val="tx1"/>
              </a:solidFill>
            </a:rPr>
            <a:t>Core Systems: Cards</a:t>
          </a:r>
        </a:p>
      </dgm:t>
    </dgm:pt>
    <dgm:pt modelId="{9E0C908F-8F8E-4BB8-A55B-AA57F8C63E35}" type="parTrans" cxnId="{80A2820E-0928-4902-AD4F-9EAA146D82BA}">
      <dgm:prSet/>
      <dgm:spPr/>
      <dgm:t>
        <a:bodyPr/>
        <a:lstStyle/>
        <a:p>
          <a:endParaRPr lang="en-US"/>
        </a:p>
      </dgm:t>
    </dgm:pt>
    <dgm:pt modelId="{B1FABE8A-D53D-4470-AD39-16C957E40A9B}" type="sibTrans" cxnId="{80A2820E-0928-4902-AD4F-9EAA146D82BA}">
      <dgm:prSet/>
      <dgm:spPr/>
      <dgm:t>
        <a:bodyPr/>
        <a:lstStyle/>
        <a:p>
          <a:endParaRPr lang="en-US" dirty="0"/>
        </a:p>
      </dgm:t>
    </dgm:pt>
    <dgm:pt modelId="{5ADEF3FD-6284-4872-974A-DBDFB3434D7D}">
      <dgm:prSet/>
      <dgm:spPr>
        <a:solidFill>
          <a:schemeClr val="bg1">
            <a:lumMod val="85000"/>
          </a:schemeClr>
        </a:solidFill>
      </dgm:spPr>
      <dgm:t>
        <a:bodyPr/>
        <a:lstStyle/>
        <a:p>
          <a:r>
            <a:rPr lang="en-US" dirty="0">
              <a:solidFill>
                <a:schemeClr val="tx1"/>
              </a:solidFill>
            </a:rPr>
            <a:t>Core Systems: Cash</a:t>
          </a:r>
        </a:p>
      </dgm:t>
    </dgm:pt>
    <dgm:pt modelId="{12EF95CC-192A-44A4-9A11-8ADE6438A1A6}" type="parTrans" cxnId="{5E537458-A8E0-4060-99CB-90D71FC07966}">
      <dgm:prSet/>
      <dgm:spPr/>
      <dgm:t>
        <a:bodyPr/>
        <a:lstStyle/>
        <a:p>
          <a:endParaRPr lang="en-US"/>
        </a:p>
      </dgm:t>
    </dgm:pt>
    <dgm:pt modelId="{BBFA93D2-E15A-4C98-92DD-4521E6479A9D}" type="sibTrans" cxnId="{5E537458-A8E0-4060-99CB-90D71FC07966}">
      <dgm:prSet/>
      <dgm:spPr/>
      <dgm:t>
        <a:bodyPr/>
        <a:lstStyle/>
        <a:p>
          <a:endParaRPr lang="en-US" dirty="0"/>
        </a:p>
      </dgm:t>
    </dgm:pt>
    <dgm:pt modelId="{3EDD0227-F192-41C0-BA9E-7C8000CF715D}">
      <dgm:prSet/>
      <dgm:spPr>
        <a:solidFill>
          <a:schemeClr val="accent3">
            <a:lumMod val="40000"/>
            <a:lumOff val="60000"/>
          </a:schemeClr>
        </a:solidFill>
      </dgm:spPr>
      <dgm:t>
        <a:bodyPr/>
        <a:lstStyle/>
        <a:p>
          <a:r>
            <a:rPr lang="en-US" dirty="0">
              <a:solidFill>
                <a:schemeClr val="tx1"/>
              </a:solidFill>
            </a:rPr>
            <a:t>Core Systems: Wire Transfer</a:t>
          </a:r>
        </a:p>
      </dgm:t>
    </dgm:pt>
    <dgm:pt modelId="{8E953847-2AD0-4A61-9BB2-9BB8A08856EC}" type="parTrans" cxnId="{47C5D3C6-80D7-42B4-8ACB-7D6024D7D02B}">
      <dgm:prSet/>
      <dgm:spPr/>
      <dgm:t>
        <a:bodyPr/>
        <a:lstStyle/>
        <a:p>
          <a:endParaRPr lang="en-US"/>
        </a:p>
      </dgm:t>
    </dgm:pt>
    <dgm:pt modelId="{AE4DECD1-B5C5-4AAD-98E8-C36DBF2EB977}" type="sibTrans" cxnId="{47C5D3C6-80D7-42B4-8ACB-7D6024D7D02B}">
      <dgm:prSet/>
      <dgm:spPr/>
      <dgm:t>
        <a:bodyPr/>
        <a:lstStyle/>
        <a:p>
          <a:endParaRPr lang="en-US" dirty="0"/>
        </a:p>
      </dgm:t>
    </dgm:pt>
    <dgm:pt modelId="{C25B8B47-D0C0-4784-B5E4-CDA9DDEF802B}">
      <dgm:prSet/>
      <dgm:spPr>
        <a:solidFill>
          <a:schemeClr val="bg1">
            <a:lumMod val="85000"/>
          </a:schemeClr>
        </a:solidFill>
      </dgm:spPr>
      <dgm:t>
        <a:bodyPr/>
        <a:lstStyle/>
        <a:p>
          <a:r>
            <a:rPr lang="en-US" dirty="0">
              <a:solidFill>
                <a:schemeClr val="tx1"/>
              </a:solidFill>
            </a:rPr>
            <a:t>Perspectives on Payments: System Users</a:t>
          </a:r>
        </a:p>
      </dgm:t>
    </dgm:pt>
    <dgm:pt modelId="{5843323E-C3A5-4048-93C6-E9165BA98C49}" type="parTrans" cxnId="{049C1128-9A65-47B9-BA5E-6F9C6C59ED62}">
      <dgm:prSet/>
      <dgm:spPr/>
      <dgm:t>
        <a:bodyPr/>
        <a:lstStyle/>
        <a:p>
          <a:endParaRPr lang="en-US"/>
        </a:p>
      </dgm:t>
    </dgm:pt>
    <dgm:pt modelId="{41DC0EED-2B1A-4E1A-B957-7D6BCA7ED229}" type="sibTrans" cxnId="{049C1128-9A65-47B9-BA5E-6F9C6C59ED62}">
      <dgm:prSet/>
      <dgm:spPr/>
      <dgm:t>
        <a:bodyPr/>
        <a:lstStyle/>
        <a:p>
          <a:endParaRPr lang="en-US" dirty="0"/>
        </a:p>
      </dgm:t>
    </dgm:pt>
    <dgm:pt modelId="{26FDA2C2-101A-4066-829F-EE7F464DDCD0}">
      <dgm:prSet/>
      <dgm:spPr>
        <a:solidFill>
          <a:schemeClr val="bg1">
            <a:lumMod val="85000"/>
          </a:schemeClr>
        </a:solidFill>
      </dgm:spPr>
      <dgm:t>
        <a:bodyPr/>
        <a:lstStyle/>
        <a:p>
          <a:r>
            <a:rPr lang="en-US" dirty="0">
              <a:solidFill>
                <a:schemeClr val="tx1"/>
              </a:solidFill>
            </a:rPr>
            <a:t>Perspectives on Payments: Systems Providers</a:t>
          </a:r>
        </a:p>
      </dgm:t>
    </dgm:pt>
    <dgm:pt modelId="{8E4D8658-4B05-4F6E-8134-D7E6A48091D9}" type="parTrans" cxnId="{38CEC4BA-5CCB-4599-88E7-C8C2A40D781C}">
      <dgm:prSet/>
      <dgm:spPr/>
      <dgm:t>
        <a:bodyPr/>
        <a:lstStyle/>
        <a:p>
          <a:endParaRPr lang="en-US"/>
        </a:p>
      </dgm:t>
    </dgm:pt>
    <dgm:pt modelId="{1B2AA140-6517-45FE-8104-AAA0E0B9D2AD}" type="sibTrans" cxnId="{38CEC4BA-5CCB-4599-88E7-C8C2A40D781C}">
      <dgm:prSet/>
      <dgm:spPr/>
      <dgm:t>
        <a:bodyPr/>
        <a:lstStyle/>
        <a:p>
          <a:endParaRPr lang="en-US" dirty="0"/>
        </a:p>
      </dgm:t>
    </dgm:pt>
    <dgm:pt modelId="{9603876D-26DF-40BA-8762-C7D1CA6AFEE3}">
      <dgm:prSet/>
      <dgm:spPr>
        <a:solidFill>
          <a:schemeClr val="bg1">
            <a:lumMod val="85000"/>
          </a:schemeClr>
        </a:solidFill>
      </dgm:spPr>
      <dgm:t>
        <a:bodyPr/>
        <a:lstStyle/>
        <a:p>
          <a:r>
            <a:rPr lang="en-US" dirty="0">
              <a:solidFill>
                <a:schemeClr val="tx1"/>
              </a:solidFill>
            </a:rPr>
            <a:t>Payments Innovation</a:t>
          </a:r>
        </a:p>
      </dgm:t>
    </dgm:pt>
    <dgm:pt modelId="{0F6C071A-08F3-4133-B625-1C6A59DFB490}" type="parTrans" cxnId="{037B2C4F-B5F2-4CEA-BFD3-46EAA00BF6A7}">
      <dgm:prSet/>
      <dgm:spPr/>
      <dgm:t>
        <a:bodyPr/>
        <a:lstStyle/>
        <a:p>
          <a:endParaRPr lang="en-US"/>
        </a:p>
      </dgm:t>
    </dgm:pt>
    <dgm:pt modelId="{4F940860-C55A-43E2-8332-531888CB0496}" type="sibTrans" cxnId="{037B2C4F-B5F2-4CEA-BFD3-46EAA00BF6A7}">
      <dgm:prSet/>
      <dgm:spPr/>
      <dgm:t>
        <a:bodyPr/>
        <a:lstStyle/>
        <a:p>
          <a:endParaRPr lang="en-US"/>
        </a:p>
      </dgm:t>
    </dgm:pt>
    <dgm:pt modelId="{E50E9927-336F-4E00-9BB2-BB0EEED9B888}" type="pres">
      <dgm:prSet presAssocID="{CE5A456D-E7FB-4A7B-B0CF-59421F240B03}" presName="Name0" presStyleCnt="0">
        <dgm:presLayoutVars>
          <dgm:dir/>
          <dgm:resizeHandles val="exact"/>
        </dgm:presLayoutVars>
      </dgm:prSet>
      <dgm:spPr/>
    </dgm:pt>
    <dgm:pt modelId="{CDFD8D1C-5CAB-4D51-A387-1C39EA7CF6DC}" type="pres">
      <dgm:prSet presAssocID="{61CFE8F2-B206-4032-BE31-A54BAF174577}" presName="node" presStyleLbl="node1" presStyleIdx="0" presStyleCnt="10">
        <dgm:presLayoutVars>
          <dgm:bulletEnabled val="1"/>
        </dgm:presLayoutVars>
      </dgm:prSet>
      <dgm:spPr/>
    </dgm:pt>
    <dgm:pt modelId="{1204D6D1-E6E3-48C3-BF97-9DD70620E67E}" type="pres">
      <dgm:prSet presAssocID="{FAD45C4B-712D-4AC4-9C4D-CF9D4307AC4B}" presName="sibTrans" presStyleLbl="sibTrans1D1" presStyleIdx="0" presStyleCnt="9"/>
      <dgm:spPr/>
    </dgm:pt>
    <dgm:pt modelId="{A8F15122-4DB5-44ED-9F00-27DE2407373D}" type="pres">
      <dgm:prSet presAssocID="{FAD45C4B-712D-4AC4-9C4D-CF9D4307AC4B}" presName="connectorText" presStyleLbl="sibTrans1D1" presStyleIdx="0" presStyleCnt="9"/>
      <dgm:spPr/>
    </dgm:pt>
    <dgm:pt modelId="{DC415CD8-6EBD-49A8-99E4-205664A721CB}" type="pres">
      <dgm:prSet presAssocID="{F1B00EE3-588F-4652-9709-52BA0F8F5811}" presName="node" presStyleLbl="node1" presStyleIdx="1" presStyleCnt="10">
        <dgm:presLayoutVars>
          <dgm:bulletEnabled val="1"/>
        </dgm:presLayoutVars>
      </dgm:prSet>
      <dgm:spPr/>
    </dgm:pt>
    <dgm:pt modelId="{49BAD2F3-339F-45CD-820F-EEA86EA6E25D}" type="pres">
      <dgm:prSet presAssocID="{E3397DC5-ECC7-4EA4-A612-BF9453C53E44}" presName="sibTrans" presStyleLbl="sibTrans1D1" presStyleIdx="1" presStyleCnt="9"/>
      <dgm:spPr/>
    </dgm:pt>
    <dgm:pt modelId="{028BC94C-2A72-40C2-9157-214B000BAD1F}" type="pres">
      <dgm:prSet presAssocID="{E3397DC5-ECC7-4EA4-A612-BF9453C53E44}" presName="connectorText" presStyleLbl="sibTrans1D1" presStyleIdx="1" presStyleCnt="9"/>
      <dgm:spPr/>
    </dgm:pt>
    <dgm:pt modelId="{E8B80151-D766-45A6-AE73-9F53E8A589B0}" type="pres">
      <dgm:prSet presAssocID="{1A4FE2B7-A78F-4A98-B162-EFD7BBE86419}" presName="node" presStyleLbl="node1" presStyleIdx="2" presStyleCnt="10">
        <dgm:presLayoutVars>
          <dgm:bulletEnabled val="1"/>
        </dgm:presLayoutVars>
      </dgm:prSet>
      <dgm:spPr/>
    </dgm:pt>
    <dgm:pt modelId="{110631BB-9F9A-4269-B0E7-0F76A2EE43A3}" type="pres">
      <dgm:prSet presAssocID="{BF50CA0B-C5CE-449B-A387-01E5CC880DFE}" presName="sibTrans" presStyleLbl="sibTrans1D1" presStyleIdx="2" presStyleCnt="9"/>
      <dgm:spPr/>
    </dgm:pt>
    <dgm:pt modelId="{A2B69686-7DA7-4274-B4C5-7D88FAC152ED}" type="pres">
      <dgm:prSet presAssocID="{BF50CA0B-C5CE-449B-A387-01E5CC880DFE}" presName="connectorText" presStyleLbl="sibTrans1D1" presStyleIdx="2" presStyleCnt="9"/>
      <dgm:spPr/>
    </dgm:pt>
    <dgm:pt modelId="{9A4E2E46-7500-48FA-ADF8-81A627E3F3B6}" type="pres">
      <dgm:prSet presAssocID="{5C6AD22E-3DDA-4827-9863-CFD514894D4B}" presName="node" presStyleLbl="node1" presStyleIdx="3" presStyleCnt="10">
        <dgm:presLayoutVars>
          <dgm:bulletEnabled val="1"/>
        </dgm:presLayoutVars>
      </dgm:prSet>
      <dgm:spPr/>
    </dgm:pt>
    <dgm:pt modelId="{34099D24-D315-4692-93FC-574542CADD64}" type="pres">
      <dgm:prSet presAssocID="{95601A8E-3DDB-4C84-9191-97C054EFFC46}" presName="sibTrans" presStyleLbl="sibTrans1D1" presStyleIdx="3" presStyleCnt="9"/>
      <dgm:spPr/>
    </dgm:pt>
    <dgm:pt modelId="{3FF4D846-C541-43C7-8391-543400FFEA92}" type="pres">
      <dgm:prSet presAssocID="{95601A8E-3DDB-4C84-9191-97C054EFFC46}" presName="connectorText" presStyleLbl="sibTrans1D1" presStyleIdx="3" presStyleCnt="9"/>
      <dgm:spPr/>
    </dgm:pt>
    <dgm:pt modelId="{60889592-C042-48A5-BE72-097AD93ACA9A}" type="pres">
      <dgm:prSet presAssocID="{4D9CC26D-3491-4C4C-8B98-43731DE6A4BD}" presName="node" presStyleLbl="node1" presStyleIdx="4" presStyleCnt="10">
        <dgm:presLayoutVars>
          <dgm:bulletEnabled val="1"/>
        </dgm:presLayoutVars>
      </dgm:prSet>
      <dgm:spPr/>
    </dgm:pt>
    <dgm:pt modelId="{7FA90C6D-6A57-4376-9896-E7FA61D7C5CA}" type="pres">
      <dgm:prSet presAssocID="{B1FABE8A-D53D-4470-AD39-16C957E40A9B}" presName="sibTrans" presStyleLbl="sibTrans1D1" presStyleIdx="4" presStyleCnt="9"/>
      <dgm:spPr/>
    </dgm:pt>
    <dgm:pt modelId="{7C851255-C9E4-403D-A29F-E17D60254A9E}" type="pres">
      <dgm:prSet presAssocID="{B1FABE8A-D53D-4470-AD39-16C957E40A9B}" presName="connectorText" presStyleLbl="sibTrans1D1" presStyleIdx="4" presStyleCnt="9"/>
      <dgm:spPr/>
    </dgm:pt>
    <dgm:pt modelId="{C72E5AC1-707E-44EF-835D-54D1C2F581B2}" type="pres">
      <dgm:prSet presAssocID="{5ADEF3FD-6284-4872-974A-DBDFB3434D7D}" presName="node" presStyleLbl="node1" presStyleIdx="5" presStyleCnt="10">
        <dgm:presLayoutVars>
          <dgm:bulletEnabled val="1"/>
        </dgm:presLayoutVars>
      </dgm:prSet>
      <dgm:spPr/>
    </dgm:pt>
    <dgm:pt modelId="{B420622F-158C-454B-BAEE-C19D0F64A205}" type="pres">
      <dgm:prSet presAssocID="{BBFA93D2-E15A-4C98-92DD-4521E6479A9D}" presName="sibTrans" presStyleLbl="sibTrans1D1" presStyleIdx="5" presStyleCnt="9"/>
      <dgm:spPr/>
    </dgm:pt>
    <dgm:pt modelId="{96D2DF34-209A-4771-8219-C41A55AEDB37}" type="pres">
      <dgm:prSet presAssocID="{BBFA93D2-E15A-4C98-92DD-4521E6479A9D}" presName="connectorText" presStyleLbl="sibTrans1D1" presStyleIdx="5" presStyleCnt="9"/>
      <dgm:spPr/>
    </dgm:pt>
    <dgm:pt modelId="{C955FA0A-8F5E-4697-8136-04AF2B380386}" type="pres">
      <dgm:prSet presAssocID="{3EDD0227-F192-41C0-BA9E-7C8000CF715D}" presName="node" presStyleLbl="node1" presStyleIdx="6" presStyleCnt="10">
        <dgm:presLayoutVars>
          <dgm:bulletEnabled val="1"/>
        </dgm:presLayoutVars>
      </dgm:prSet>
      <dgm:spPr/>
    </dgm:pt>
    <dgm:pt modelId="{7D194C25-29D2-45F5-83A5-EDB2509960D6}" type="pres">
      <dgm:prSet presAssocID="{AE4DECD1-B5C5-4AAD-98E8-C36DBF2EB977}" presName="sibTrans" presStyleLbl="sibTrans1D1" presStyleIdx="6" presStyleCnt="9"/>
      <dgm:spPr/>
    </dgm:pt>
    <dgm:pt modelId="{AFB9CC4A-D353-4D89-9237-A7E6ACE86214}" type="pres">
      <dgm:prSet presAssocID="{AE4DECD1-B5C5-4AAD-98E8-C36DBF2EB977}" presName="connectorText" presStyleLbl="sibTrans1D1" presStyleIdx="6" presStyleCnt="9"/>
      <dgm:spPr/>
    </dgm:pt>
    <dgm:pt modelId="{794DB545-E32B-4F00-B80C-BD9A5A8607D0}" type="pres">
      <dgm:prSet presAssocID="{C25B8B47-D0C0-4784-B5E4-CDA9DDEF802B}" presName="node" presStyleLbl="node1" presStyleIdx="7" presStyleCnt="10">
        <dgm:presLayoutVars>
          <dgm:bulletEnabled val="1"/>
        </dgm:presLayoutVars>
      </dgm:prSet>
      <dgm:spPr/>
    </dgm:pt>
    <dgm:pt modelId="{ED46E85E-166B-4AB0-A6C7-A285D0E79636}" type="pres">
      <dgm:prSet presAssocID="{41DC0EED-2B1A-4E1A-B957-7D6BCA7ED229}" presName="sibTrans" presStyleLbl="sibTrans1D1" presStyleIdx="7" presStyleCnt="9"/>
      <dgm:spPr/>
    </dgm:pt>
    <dgm:pt modelId="{1E9B7B91-55A3-44B9-8218-DFA23715DA82}" type="pres">
      <dgm:prSet presAssocID="{41DC0EED-2B1A-4E1A-B957-7D6BCA7ED229}" presName="connectorText" presStyleLbl="sibTrans1D1" presStyleIdx="7" presStyleCnt="9"/>
      <dgm:spPr/>
    </dgm:pt>
    <dgm:pt modelId="{FC462A4D-BA1D-46A9-8B78-CDC01CEFBFA1}" type="pres">
      <dgm:prSet presAssocID="{26FDA2C2-101A-4066-829F-EE7F464DDCD0}" presName="node" presStyleLbl="node1" presStyleIdx="8" presStyleCnt="10">
        <dgm:presLayoutVars>
          <dgm:bulletEnabled val="1"/>
        </dgm:presLayoutVars>
      </dgm:prSet>
      <dgm:spPr/>
    </dgm:pt>
    <dgm:pt modelId="{29EA0B7B-2BF4-44F8-BD53-C5B6ED2EC8F9}" type="pres">
      <dgm:prSet presAssocID="{1B2AA140-6517-45FE-8104-AAA0E0B9D2AD}" presName="sibTrans" presStyleLbl="sibTrans1D1" presStyleIdx="8" presStyleCnt="9"/>
      <dgm:spPr/>
    </dgm:pt>
    <dgm:pt modelId="{6A330082-1388-4FD8-92B3-810E79AD6516}" type="pres">
      <dgm:prSet presAssocID="{1B2AA140-6517-45FE-8104-AAA0E0B9D2AD}" presName="connectorText" presStyleLbl="sibTrans1D1" presStyleIdx="8" presStyleCnt="9"/>
      <dgm:spPr/>
    </dgm:pt>
    <dgm:pt modelId="{23226EB3-52CF-49C2-843F-80BB34765411}" type="pres">
      <dgm:prSet presAssocID="{9603876D-26DF-40BA-8762-C7D1CA6AFEE3}" presName="node" presStyleLbl="node1" presStyleIdx="9" presStyleCnt="10">
        <dgm:presLayoutVars>
          <dgm:bulletEnabled val="1"/>
        </dgm:presLayoutVars>
      </dgm:prSet>
      <dgm:spPr/>
    </dgm:pt>
  </dgm:ptLst>
  <dgm:cxnLst>
    <dgm:cxn modelId="{D5B0520E-EF02-4B4C-B1A5-DF64A85A9779}" srcId="{CE5A456D-E7FB-4A7B-B0CF-59421F240B03}" destId="{61CFE8F2-B206-4032-BE31-A54BAF174577}" srcOrd="0" destOrd="0" parTransId="{CC9F325C-D195-4AA0-93DB-1647478F5410}" sibTransId="{FAD45C4B-712D-4AC4-9C4D-CF9D4307AC4B}"/>
    <dgm:cxn modelId="{80A2820E-0928-4902-AD4F-9EAA146D82BA}" srcId="{CE5A456D-E7FB-4A7B-B0CF-59421F240B03}" destId="{4D9CC26D-3491-4C4C-8B98-43731DE6A4BD}" srcOrd="4" destOrd="0" parTransId="{9E0C908F-8F8E-4BB8-A55B-AA57F8C63E35}" sibTransId="{B1FABE8A-D53D-4470-AD39-16C957E40A9B}"/>
    <dgm:cxn modelId="{4AB14C11-6C01-4C59-85E7-F9E2C03FC478}" type="presOf" srcId="{C25B8B47-D0C0-4784-B5E4-CDA9DDEF802B}" destId="{794DB545-E32B-4F00-B80C-BD9A5A8607D0}" srcOrd="0" destOrd="0" presId="urn:microsoft.com/office/officeart/2016/7/layout/RepeatingBendingProcessNew"/>
    <dgm:cxn modelId="{A5E97D16-EA41-491D-A5FB-132B6A3C5369}" type="presOf" srcId="{4D9CC26D-3491-4C4C-8B98-43731DE6A4BD}" destId="{60889592-C042-48A5-BE72-097AD93ACA9A}" srcOrd="0" destOrd="0" presId="urn:microsoft.com/office/officeart/2016/7/layout/RepeatingBendingProcessNew"/>
    <dgm:cxn modelId="{F287331E-6B80-42EA-A754-492F61804C66}" type="presOf" srcId="{BF50CA0B-C5CE-449B-A387-01E5CC880DFE}" destId="{110631BB-9F9A-4269-B0E7-0F76A2EE43A3}" srcOrd="0" destOrd="0" presId="urn:microsoft.com/office/officeart/2016/7/layout/RepeatingBendingProcessNew"/>
    <dgm:cxn modelId="{5AEC4423-EB91-4682-BDB6-665698BEDC3C}" type="presOf" srcId="{B1FABE8A-D53D-4470-AD39-16C957E40A9B}" destId="{7C851255-C9E4-403D-A29F-E17D60254A9E}" srcOrd="1" destOrd="0" presId="urn:microsoft.com/office/officeart/2016/7/layout/RepeatingBendingProcessNew"/>
    <dgm:cxn modelId="{0FDB9C24-DE99-48B0-A147-93673374F797}" type="presOf" srcId="{95601A8E-3DDB-4C84-9191-97C054EFFC46}" destId="{3FF4D846-C541-43C7-8391-543400FFEA92}" srcOrd="1" destOrd="0" presId="urn:microsoft.com/office/officeart/2016/7/layout/RepeatingBendingProcessNew"/>
    <dgm:cxn modelId="{049C1128-9A65-47B9-BA5E-6F9C6C59ED62}" srcId="{CE5A456D-E7FB-4A7B-B0CF-59421F240B03}" destId="{C25B8B47-D0C0-4784-B5E4-CDA9DDEF802B}" srcOrd="7" destOrd="0" parTransId="{5843323E-C3A5-4048-93C6-E9165BA98C49}" sibTransId="{41DC0EED-2B1A-4E1A-B957-7D6BCA7ED229}"/>
    <dgm:cxn modelId="{6DE45F29-2F6C-48D6-ACAF-5FF12A0FD416}" srcId="{CE5A456D-E7FB-4A7B-B0CF-59421F240B03}" destId="{5C6AD22E-3DDA-4827-9863-CFD514894D4B}" srcOrd="3" destOrd="0" parTransId="{FBCC1297-1A49-42AB-8C8F-BE59F54555F8}" sibTransId="{95601A8E-3DDB-4C84-9191-97C054EFFC46}"/>
    <dgm:cxn modelId="{2E0F5E2E-133D-4C04-823F-4C00585D3F4A}" type="presOf" srcId="{BBFA93D2-E15A-4C98-92DD-4521E6479A9D}" destId="{96D2DF34-209A-4771-8219-C41A55AEDB37}" srcOrd="1" destOrd="0" presId="urn:microsoft.com/office/officeart/2016/7/layout/RepeatingBendingProcessNew"/>
    <dgm:cxn modelId="{CAAD9A3F-D081-4FE5-9FFC-3EFE141DAA7D}" type="presOf" srcId="{BF50CA0B-C5CE-449B-A387-01E5CC880DFE}" destId="{A2B69686-7DA7-4274-B4C5-7D88FAC152ED}" srcOrd="1" destOrd="0" presId="urn:microsoft.com/office/officeart/2016/7/layout/RepeatingBendingProcessNew"/>
    <dgm:cxn modelId="{1DF90340-116D-4324-B17B-064671EF6B21}" type="presOf" srcId="{5C6AD22E-3DDA-4827-9863-CFD514894D4B}" destId="{9A4E2E46-7500-48FA-ADF8-81A627E3F3B6}" srcOrd="0" destOrd="0" presId="urn:microsoft.com/office/officeart/2016/7/layout/RepeatingBendingProcessNew"/>
    <dgm:cxn modelId="{C912835E-42BD-448E-8A93-39E016A224D8}" type="presOf" srcId="{3EDD0227-F192-41C0-BA9E-7C8000CF715D}" destId="{C955FA0A-8F5E-4697-8136-04AF2B380386}" srcOrd="0" destOrd="0" presId="urn:microsoft.com/office/officeart/2016/7/layout/RepeatingBendingProcessNew"/>
    <dgm:cxn modelId="{84572161-D688-41BF-8315-DBC386B6D2F9}" srcId="{CE5A456D-E7FB-4A7B-B0CF-59421F240B03}" destId="{1A4FE2B7-A78F-4A98-B162-EFD7BBE86419}" srcOrd="2" destOrd="0" parTransId="{A826B3ED-73D6-494D-8525-7A03B939165F}" sibTransId="{BF50CA0B-C5CE-449B-A387-01E5CC880DFE}"/>
    <dgm:cxn modelId="{E86D7062-DA3C-4E8C-82AA-2263436437D6}" type="presOf" srcId="{AE4DECD1-B5C5-4AAD-98E8-C36DBF2EB977}" destId="{AFB9CC4A-D353-4D89-9237-A7E6ACE86214}" srcOrd="1" destOrd="0" presId="urn:microsoft.com/office/officeart/2016/7/layout/RepeatingBendingProcessNew"/>
    <dgm:cxn modelId="{04037366-31A8-4945-A576-A96D36745C29}" type="presOf" srcId="{CE5A456D-E7FB-4A7B-B0CF-59421F240B03}" destId="{E50E9927-336F-4E00-9BB2-BB0EEED9B888}" srcOrd="0" destOrd="0" presId="urn:microsoft.com/office/officeart/2016/7/layout/RepeatingBendingProcessNew"/>
    <dgm:cxn modelId="{4BBC9F69-0074-4F11-A4EE-53D3E448653D}" type="presOf" srcId="{41DC0EED-2B1A-4E1A-B957-7D6BCA7ED229}" destId="{ED46E85E-166B-4AB0-A6C7-A285D0E79636}" srcOrd="0" destOrd="0" presId="urn:microsoft.com/office/officeart/2016/7/layout/RepeatingBendingProcessNew"/>
    <dgm:cxn modelId="{FC3E0F4B-B895-4979-BC1D-F86808662545}" type="presOf" srcId="{26FDA2C2-101A-4066-829F-EE7F464DDCD0}" destId="{FC462A4D-BA1D-46A9-8B78-CDC01CEFBFA1}" srcOrd="0" destOrd="0" presId="urn:microsoft.com/office/officeart/2016/7/layout/RepeatingBendingProcessNew"/>
    <dgm:cxn modelId="{6958BF6D-8F92-41A3-8E45-C68556F320F8}" type="presOf" srcId="{9603876D-26DF-40BA-8762-C7D1CA6AFEE3}" destId="{23226EB3-52CF-49C2-843F-80BB34765411}" srcOrd="0" destOrd="0" presId="urn:microsoft.com/office/officeart/2016/7/layout/RepeatingBendingProcessNew"/>
    <dgm:cxn modelId="{F75B0F4E-ADE7-4D3A-B457-25047B02F1F5}" type="presOf" srcId="{BBFA93D2-E15A-4C98-92DD-4521E6479A9D}" destId="{B420622F-158C-454B-BAEE-C19D0F64A205}" srcOrd="0" destOrd="0" presId="urn:microsoft.com/office/officeart/2016/7/layout/RepeatingBendingProcessNew"/>
    <dgm:cxn modelId="{037B2C4F-B5F2-4CEA-BFD3-46EAA00BF6A7}" srcId="{CE5A456D-E7FB-4A7B-B0CF-59421F240B03}" destId="{9603876D-26DF-40BA-8762-C7D1CA6AFEE3}" srcOrd="9" destOrd="0" parTransId="{0F6C071A-08F3-4133-B625-1C6A59DFB490}" sibTransId="{4F940860-C55A-43E2-8332-531888CB0496}"/>
    <dgm:cxn modelId="{C3144856-59AC-4A4F-B1C9-8B5D8C9365F7}" type="presOf" srcId="{AE4DECD1-B5C5-4AAD-98E8-C36DBF2EB977}" destId="{7D194C25-29D2-45F5-83A5-EDB2509960D6}" srcOrd="0" destOrd="0" presId="urn:microsoft.com/office/officeart/2016/7/layout/RepeatingBendingProcessNew"/>
    <dgm:cxn modelId="{5E537458-A8E0-4060-99CB-90D71FC07966}" srcId="{CE5A456D-E7FB-4A7B-B0CF-59421F240B03}" destId="{5ADEF3FD-6284-4872-974A-DBDFB3434D7D}" srcOrd="5" destOrd="0" parTransId="{12EF95CC-192A-44A4-9A11-8ADE6438A1A6}" sibTransId="{BBFA93D2-E15A-4C98-92DD-4521E6479A9D}"/>
    <dgm:cxn modelId="{66AAF279-AF74-4C36-8307-D3F850CAEE1B}" type="presOf" srcId="{B1FABE8A-D53D-4470-AD39-16C957E40A9B}" destId="{7FA90C6D-6A57-4376-9896-E7FA61D7C5CA}" srcOrd="0" destOrd="0" presId="urn:microsoft.com/office/officeart/2016/7/layout/RepeatingBendingProcessNew"/>
    <dgm:cxn modelId="{DC3CD48A-989A-478D-A62E-A6DB289E6C41}" srcId="{CE5A456D-E7FB-4A7B-B0CF-59421F240B03}" destId="{F1B00EE3-588F-4652-9709-52BA0F8F5811}" srcOrd="1" destOrd="0" parTransId="{DFC423D1-F42A-4284-8689-D5AF5540597D}" sibTransId="{E3397DC5-ECC7-4EA4-A612-BF9453C53E44}"/>
    <dgm:cxn modelId="{9F5B7BA5-49B3-45EC-85F4-95361FF1E6FE}" type="presOf" srcId="{F1B00EE3-588F-4652-9709-52BA0F8F5811}" destId="{DC415CD8-6EBD-49A8-99E4-205664A721CB}" srcOrd="0" destOrd="0" presId="urn:microsoft.com/office/officeart/2016/7/layout/RepeatingBendingProcessNew"/>
    <dgm:cxn modelId="{F50A41A6-1757-4986-B5C9-5E97FEAEF466}" type="presOf" srcId="{E3397DC5-ECC7-4EA4-A612-BF9453C53E44}" destId="{028BC94C-2A72-40C2-9157-214B000BAD1F}" srcOrd="1" destOrd="0" presId="urn:microsoft.com/office/officeart/2016/7/layout/RepeatingBendingProcessNew"/>
    <dgm:cxn modelId="{5790E7A7-931D-4236-B6E8-01E7FD627FE1}" type="presOf" srcId="{1A4FE2B7-A78F-4A98-B162-EFD7BBE86419}" destId="{E8B80151-D766-45A6-AE73-9F53E8A589B0}" srcOrd="0" destOrd="0" presId="urn:microsoft.com/office/officeart/2016/7/layout/RepeatingBendingProcessNew"/>
    <dgm:cxn modelId="{F6CE9DB3-736D-4A12-94EF-AE53E0A78E9B}" type="presOf" srcId="{E3397DC5-ECC7-4EA4-A612-BF9453C53E44}" destId="{49BAD2F3-339F-45CD-820F-EEA86EA6E25D}" srcOrd="0" destOrd="0" presId="urn:microsoft.com/office/officeart/2016/7/layout/RepeatingBendingProcessNew"/>
    <dgm:cxn modelId="{79796CB6-9C11-4520-8572-40D4DC15FDD8}" type="presOf" srcId="{61CFE8F2-B206-4032-BE31-A54BAF174577}" destId="{CDFD8D1C-5CAB-4D51-A387-1C39EA7CF6DC}" srcOrd="0" destOrd="0" presId="urn:microsoft.com/office/officeart/2016/7/layout/RepeatingBendingProcessNew"/>
    <dgm:cxn modelId="{38CEC4BA-5CCB-4599-88E7-C8C2A40D781C}" srcId="{CE5A456D-E7FB-4A7B-B0CF-59421F240B03}" destId="{26FDA2C2-101A-4066-829F-EE7F464DDCD0}" srcOrd="8" destOrd="0" parTransId="{8E4D8658-4B05-4F6E-8134-D7E6A48091D9}" sibTransId="{1B2AA140-6517-45FE-8104-AAA0E0B9D2AD}"/>
    <dgm:cxn modelId="{F7D1D9C0-56B0-4EC7-B68E-3A01E363A456}" type="presOf" srcId="{1B2AA140-6517-45FE-8104-AAA0E0B9D2AD}" destId="{29EA0B7B-2BF4-44F8-BD53-C5B6ED2EC8F9}" srcOrd="0" destOrd="0" presId="urn:microsoft.com/office/officeart/2016/7/layout/RepeatingBendingProcessNew"/>
    <dgm:cxn modelId="{1AEB7CC5-B366-41DB-9375-42A50ACBE3F6}" type="presOf" srcId="{1B2AA140-6517-45FE-8104-AAA0E0B9D2AD}" destId="{6A330082-1388-4FD8-92B3-810E79AD6516}" srcOrd="1" destOrd="0" presId="urn:microsoft.com/office/officeart/2016/7/layout/RepeatingBendingProcessNew"/>
    <dgm:cxn modelId="{47C5D3C6-80D7-42B4-8ACB-7D6024D7D02B}" srcId="{CE5A456D-E7FB-4A7B-B0CF-59421F240B03}" destId="{3EDD0227-F192-41C0-BA9E-7C8000CF715D}" srcOrd="6" destOrd="0" parTransId="{8E953847-2AD0-4A61-9BB2-9BB8A08856EC}" sibTransId="{AE4DECD1-B5C5-4AAD-98E8-C36DBF2EB977}"/>
    <dgm:cxn modelId="{50CCCACF-0A7F-4C0E-8B0B-BC798CCC127D}" type="presOf" srcId="{FAD45C4B-712D-4AC4-9C4D-CF9D4307AC4B}" destId="{A8F15122-4DB5-44ED-9F00-27DE2407373D}" srcOrd="1" destOrd="0" presId="urn:microsoft.com/office/officeart/2016/7/layout/RepeatingBendingProcessNew"/>
    <dgm:cxn modelId="{BF97DDDB-4A5E-4CAE-A1D2-890FCFE352D0}" type="presOf" srcId="{41DC0EED-2B1A-4E1A-B957-7D6BCA7ED229}" destId="{1E9B7B91-55A3-44B9-8218-DFA23715DA82}" srcOrd="1" destOrd="0" presId="urn:microsoft.com/office/officeart/2016/7/layout/RepeatingBendingProcessNew"/>
    <dgm:cxn modelId="{FE3143F4-ADA8-4962-947E-2CDD028A2A47}" type="presOf" srcId="{FAD45C4B-712D-4AC4-9C4D-CF9D4307AC4B}" destId="{1204D6D1-E6E3-48C3-BF97-9DD70620E67E}" srcOrd="0" destOrd="0" presId="urn:microsoft.com/office/officeart/2016/7/layout/RepeatingBendingProcessNew"/>
    <dgm:cxn modelId="{0EEE9FF4-6131-4DD9-A76C-926A76C16376}" type="presOf" srcId="{5ADEF3FD-6284-4872-974A-DBDFB3434D7D}" destId="{C72E5AC1-707E-44EF-835D-54D1C2F581B2}" srcOrd="0" destOrd="0" presId="urn:microsoft.com/office/officeart/2016/7/layout/RepeatingBendingProcessNew"/>
    <dgm:cxn modelId="{55AF4FF6-7B5A-47D4-A737-88BBB6940409}" type="presOf" srcId="{95601A8E-3DDB-4C84-9191-97C054EFFC46}" destId="{34099D24-D315-4692-93FC-574542CADD64}" srcOrd="0" destOrd="0" presId="urn:microsoft.com/office/officeart/2016/7/layout/RepeatingBendingProcessNew"/>
    <dgm:cxn modelId="{2A1D470C-62DD-43CB-BC19-7BAF4D4E4583}" type="presParOf" srcId="{E50E9927-336F-4E00-9BB2-BB0EEED9B888}" destId="{CDFD8D1C-5CAB-4D51-A387-1C39EA7CF6DC}" srcOrd="0" destOrd="0" presId="urn:microsoft.com/office/officeart/2016/7/layout/RepeatingBendingProcessNew"/>
    <dgm:cxn modelId="{81941532-0445-4EDC-BE2B-C502663732F1}" type="presParOf" srcId="{E50E9927-336F-4E00-9BB2-BB0EEED9B888}" destId="{1204D6D1-E6E3-48C3-BF97-9DD70620E67E}" srcOrd="1" destOrd="0" presId="urn:microsoft.com/office/officeart/2016/7/layout/RepeatingBendingProcessNew"/>
    <dgm:cxn modelId="{394C5948-F56C-4F35-B103-B72B0962F401}" type="presParOf" srcId="{1204D6D1-E6E3-48C3-BF97-9DD70620E67E}" destId="{A8F15122-4DB5-44ED-9F00-27DE2407373D}" srcOrd="0" destOrd="0" presId="urn:microsoft.com/office/officeart/2016/7/layout/RepeatingBendingProcessNew"/>
    <dgm:cxn modelId="{1DF01C30-8299-4343-8B93-39E4183769FF}" type="presParOf" srcId="{E50E9927-336F-4E00-9BB2-BB0EEED9B888}" destId="{DC415CD8-6EBD-49A8-99E4-205664A721CB}" srcOrd="2" destOrd="0" presId="urn:microsoft.com/office/officeart/2016/7/layout/RepeatingBendingProcessNew"/>
    <dgm:cxn modelId="{83EF4A6B-0239-4C9D-846A-F87B7A82D2CE}" type="presParOf" srcId="{E50E9927-336F-4E00-9BB2-BB0EEED9B888}" destId="{49BAD2F3-339F-45CD-820F-EEA86EA6E25D}" srcOrd="3" destOrd="0" presId="urn:microsoft.com/office/officeart/2016/7/layout/RepeatingBendingProcessNew"/>
    <dgm:cxn modelId="{E1B7BFAB-1964-4730-9A1B-9BE282D18F66}" type="presParOf" srcId="{49BAD2F3-339F-45CD-820F-EEA86EA6E25D}" destId="{028BC94C-2A72-40C2-9157-214B000BAD1F}" srcOrd="0" destOrd="0" presId="urn:microsoft.com/office/officeart/2016/7/layout/RepeatingBendingProcessNew"/>
    <dgm:cxn modelId="{5D19E9D9-44F9-4223-9EC9-CBD405CD941C}" type="presParOf" srcId="{E50E9927-336F-4E00-9BB2-BB0EEED9B888}" destId="{E8B80151-D766-45A6-AE73-9F53E8A589B0}" srcOrd="4" destOrd="0" presId="urn:microsoft.com/office/officeart/2016/7/layout/RepeatingBendingProcessNew"/>
    <dgm:cxn modelId="{51B2ACA9-0C11-4608-B473-BA06634CEDCD}" type="presParOf" srcId="{E50E9927-336F-4E00-9BB2-BB0EEED9B888}" destId="{110631BB-9F9A-4269-B0E7-0F76A2EE43A3}" srcOrd="5" destOrd="0" presId="urn:microsoft.com/office/officeart/2016/7/layout/RepeatingBendingProcessNew"/>
    <dgm:cxn modelId="{E703C9BE-F1A2-49EA-8694-F36043DB9C43}" type="presParOf" srcId="{110631BB-9F9A-4269-B0E7-0F76A2EE43A3}" destId="{A2B69686-7DA7-4274-B4C5-7D88FAC152ED}" srcOrd="0" destOrd="0" presId="urn:microsoft.com/office/officeart/2016/7/layout/RepeatingBendingProcessNew"/>
    <dgm:cxn modelId="{A2B05085-56DC-4B27-B788-9F3BF208DF2B}" type="presParOf" srcId="{E50E9927-336F-4E00-9BB2-BB0EEED9B888}" destId="{9A4E2E46-7500-48FA-ADF8-81A627E3F3B6}" srcOrd="6" destOrd="0" presId="urn:microsoft.com/office/officeart/2016/7/layout/RepeatingBendingProcessNew"/>
    <dgm:cxn modelId="{12D3CF20-E764-41CF-AE14-A69120FEE212}" type="presParOf" srcId="{E50E9927-336F-4E00-9BB2-BB0EEED9B888}" destId="{34099D24-D315-4692-93FC-574542CADD64}" srcOrd="7" destOrd="0" presId="urn:microsoft.com/office/officeart/2016/7/layout/RepeatingBendingProcessNew"/>
    <dgm:cxn modelId="{436A87CF-769D-4355-8C3D-81374B5F86F0}" type="presParOf" srcId="{34099D24-D315-4692-93FC-574542CADD64}" destId="{3FF4D846-C541-43C7-8391-543400FFEA92}" srcOrd="0" destOrd="0" presId="urn:microsoft.com/office/officeart/2016/7/layout/RepeatingBendingProcessNew"/>
    <dgm:cxn modelId="{017E0DFE-E85F-4561-8050-0E1C3F844321}" type="presParOf" srcId="{E50E9927-336F-4E00-9BB2-BB0EEED9B888}" destId="{60889592-C042-48A5-BE72-097AD93ACA9A}" srcOrd="8" destOrd="0" presId="urn:microsoft.com/office/officeart/2016/7/layout/RepeatingBendingProcessNew"/>
    <dgm:cxn modelId="{2A632D2C-C75E-4739-9051-63D029C4A82D}" type="presParOf" srcId="{E50E9927-336F-4E00-9BB2-BB0EEED9B888}" destId="{7FA90C6D-6A57-4376-9896-E7FA61D7C5CA}" srcOrd="9" destOrd="0" presId="urn:microsoft.com/office/officeart/2016/7/layout/RepeatingBendingProcessNew"/>
    <dgm:cxn modelId="{C6F52E1B-4719-4D58-B41D-DC81A46A1ACF}" type="presParOf" srcId="{7FA90C6D-6A57-4376-9896-E7FA61D7C5CA}" destId="{7C851255-C9E4-403D-A29F-E17D60254A9E}" srcOrd="0" destOrd="0" presId="urn:microsoft.com/office/officeart/2016/7/layout/RepeatingBendingProcessNew"/>
    <dgm:cxn modelId="{57ADC8F2-021E-4C62-9946-0603A2B826F7}" type="presParOf" srcId="{E50E9927-336F-4E00-9BB2-BB0EEED9B888}" destId="{C72E5AC1-707E-44EF-835D-54D1C2F581B2}" srcOrd="10" destOrd="0" presId="urn:microsoft.com/office/officeart/2016/7/layout/RepeatingBendingProcessNew"/>
    <dgm:cxn modelId="{15070A23-08F1-425D-AD9D-32CAA02B55B4}" type="presParOf" srcId="{E50E9927-336F-4E00-9BB2-BB0EEED9B888}" destId="{B420622F-158C-454B-BAEE-C19D0F64A205}" srcOrd="11" destOrd="0" presId="urn:microsoft.com/office/officeart/2016/7/layout/RepeatingBendingProcessNew"/>
    <dgm:cxn modelId="{B19F0C26-808B-4137-B8FA-72A405D41714}" type="presParOf" srcId="{B420622F-158C-454B-BAEE-C19D0F64A205}" destId="{96D2DF34-209A-4771-8219-C41A55AEDB37}" srcOrd="0" destOrd="0" presId="urn:microsoft.com/office/officeart/2016/7/layout/RepeatingBendingProcessNew"/>
    <dgm:cxn modelId="{02500CB8-261A-43FB-B607-5999422AEDDE}" type="presParOf" srcId="{E50E9927-336F-4E00-9BB2-BB0EEED9B888}" destId="{C955FA0A-8F5E-4697-8136-04AF2B380386}" srcOrd="12" destOrd="0" presId="urn:microsoft.com/office/officeart/2016/7/layout/RepeatingBendingProcessNew"/>
    <dgm:cxn modelId="{030E0372-CD6C-4DAB-9B18-8C951EEFDA59}" type="presParOf" srcId="{E50E9927-336F-4E00-9BB2-BB0EEED9B888}" destId="{7D194C25-29D2-45F5-83A5-EDB2509960D6}" srcOrd="13" destOrd="0" presId="urn:microsoft.com/office/officeart/2016/7/layout/RepeatingBendingProcessNew"/>
    <dgm:cxn modelId="{DFF4D081-53C5-47A6-BE00-63FC34063EF9}" type="presParOf" srcId="{7D194C25-29D2-45F5-83A5-EDB2509960D6}" destId="{AFB9CC4A-D353-4D89-9237-A7E6ACE86214}" srcOrd="0" destOrd="0" presId="urn:microsoft.com/office/officeart/2016/7/layout/RepeatingBendingProcessNew"/>
    <dgm:cxn modelId="{5D730C03-5C40-4E8D-8C87-9D9F552100BD}" type="presParOf" srcId="{E50E9927-336F-4E00-9BB2-BB0EEED9B888}" destId="{794DB545-E32B-4F00-B80C-BD9A5A8607D0}" srcOrd="14" destOrd="0" presId="urn:microsoft.com/office/officeart/2016/7/layout/RepeatingBendingProcessNew"/>
    <dgm:cxn modelId="{83DC29A7-2912-44B5-9F77-BEED03F485BF}" type="presParOf" srcId="{E50E9927-336F-4E00-9BB2-BB0EEED9B888}" destId="{ED46E85E-166B-4AB0-A6C7-A285D0E79636}" srcOrd="15" destOrd="0" presId="urn:microsoft.com/office/officeart/2016/7/layout/RepeatingBendingProcessNew"/>
    <dgm:cxn modelId="{414391E6-7EE9-40D4-9DAD-6451103E7D15}" type="presParOf" srcId="{ED46E85E-166B-4AB0-A6C7-A285D0E79636}" destId="{1E9B7B91-55A3-44B9-8218-DFA23715DA82}" srcOrd="0" destOrd="0" presId="urn:microsoft.com/office/officeart/2016/7/layout/RepeatingBendingProcessNew"/>
    <dgm:cxn modelId="{D1F94D90-64D8-404B-B8C0-5837B62A7207}" type="presParOf" srcId="{E50E9927-336F-4E00-9BB2-BB0EEED9B888}" destId="{FC462A4D-BA1D-46A9-8B78-CDC01CEFBFA1}" srcOrd="16" destOrd="0" presId="urn:microsoft.com/office/officeart/2016/7/layout/RepeatingBendingProcessNew"/>
    <dgm:cxn modelId="{06FDA646-E926-49E8-BE06-038DE3BCEAD2}" type="presParOf" srcId="{E50E9927-336F-4E00-9BB2-BB0EEED9B888}" destId="{29EA0B7B-2BF4-44F8-BD53-C5B6ED2EC8F9}" srcOrd="17" destOrd="0" presId="urn:microsoft.com/office/officeart/2016/7/layout/RepeatingBendingProcessNew"/>
    <dgm:cxn modelId="{AD43552B-6568-4826-993D-0DACCB373B3F}" type="presParOf" srcId="{29EA0B7B-2BF4-44F8-BD53-C5B6ED2EC8F9}" destId="{6A330082-1388-4FD8-92B3-810E79AD6516}" srcOrd="0" destOrd="0" presId="urn:microsoft.com/office/officeart/2016/7/layout/RepeatingBendingProcessNew"/>
    <dgm:cxn modelId="{807FACB8-58C4-4448-A846-1545D35BA600}" type="presParOf" srcId="{E50E9927-336F-4E00-9BB2-BB0EEED9B888}" destId="{23226EB3-52CF-49C2-843F-80BB34765411}" srcOrd="1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BC5C5B-C326-4A6C-BC1E-2150966105E0}"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058C6FBA-8C50-4133-AA07-91F4EBB7305B}">
      <dgm:prSet/>
      <dgm:spPr/>
      <dgm:t>
        <a:bodyPr/>
        <a:lstStyle/>
        <a:p>
          <a:r>
            <a:rPr lang="en-US" b="1" dirty="0"/>
            <a:t>What</a:t>
          </a:r>
          <a:r>
            <a:rPr lang="en-US" dirty="0"/>
            <a:t>: </a:t>
          </a:r>
        </a:p>
        <a:p>
          <a:r>
            <a:rPr lang="en-US" dirty="0"/>
            <a:t>A comprehensive description of the payments systems (</a:t>
          </a:r>
          <a:r>
            <a:rPr lang="en-US" b="1" dirty="0"/>
            <a:t>cards, checks, ACH, wires, and cash</a:t>
          </a:r>
          <a:r>
            <a:rPr lang="en-US" dirty="0"/>
            <a:t>) that move money between and among </a:t>
          </a:r>
          <a:r>
            <a:rPr lang="en-US" b="1" dirty="0"/>
            <a:t>consumers and enterprises </a:t>
          </a:r>
          <a:r>
            <a:rPr lang="en-US" dirty="0"/>
            <a:t>in the U.S. </a:t>
          </a:r>
        </a:p>
      </dgm:t>
    </dgm:pt>
    <dgm:pt modelId="{2316C2F8-32FD-4E99-B85C-D45EC632C6E8}" type="parTrans" cxnId="{6339191C-0310-4BCD-BA1C-9B54528C23C2}">
      <dgm:prSet/>
      <dgm:spPr/>
      <dgm:t>
        <a:bodyPr/>
        <a:lstStyle/>
        <a:p>
          <a:endParaRPr lang="en-US"/>
        </a:p>
      </dgm:t>
    </dgm:pt>
    <dgm:pt modelId="{A7B5F310-CA3B-4AC0-9188-37A2235A7EB7}" type="sibTrans" cxnId="{6339191C-0310-4BCD-BA1C-9B54528C23C2}">
      <dgm:prSet phldrT="01"/>
      <dgm:spPr/>
      <dgm:t>
        <a:bodyPr/>
        <a:lstStyle/>
        <a:p>
          <a:endParaRPr lang="en-US" dirty="0"/>
        </a:p>
      </dgm:t>
    </dgm:pt>
    <dgm:pt modelId="{23A1798E-3EE6-4BEB-8F78-AFBC7BFC76E7}">
      <dgm:prSet/>
      <dgm:spPr/>
      <dgm:t>
        <a:bodyPr/>
        <a:lstStyle/>
        <a:p>
          <a:r>
            <a:rPr lang="en-US" b="1" dirty="0"/>
            <a:t>For whom: </a:t>
          </a:r>
        </a:p>
        <a:p>
          <a:r>
            <a:rPr lang="en-US" dirty="0"/>
            <a:t>Anyone in the payments industry – or needing to use payments products. </a:t>
          </a:r>
          <a:endParaRPr lang="en-US" b="1" dirty="0"/>
        </a:p>
      </dgm:t>
    </dgm:pt>
    <dgm:pt modelId="{21087C8D-3B4E-4434-A048-697F43914933}" type="parTrans" cxnId="{70C57CF7-63BC-4670-AE7B-B5A1BAEA56D7}">
      <dgm:prSet/>
      <dgm:spPr/>
      <dgm:t>
        <a:bodyPr/>
        <a:lstStyle/>
        <a:p>
          <a:endParaRPr lang="en-US"/>
        </a:p>
      </dgm:t>
    </dgm:pt>
    <dgm:pt modelId="{640D9F02-7CA9-4097-B7FD-463BA427B287}" type="sibTrans" cxnId="{70C57CF7-63BC-4670-AE7B-B5A1BAEA56D7}">
      <dgm:prSet phldrT="02"/>
      <dgm:spPr/>
      <dgm:t>
        <a:bodyPr/>
        <a:lstStyle/>
        <a:p>
          <a:endParaRPr lang="en-US" dirty="0"/>
        </a:p>
      </dgm:t>
    </dgm:pt>
    <dgm:pt modelId="{B606ED1A-77A4-4695-A7D3-60F3BC4946C4}">
      <dgm:prSet/>
      <dgm:spPr/>
      <dgm:t>
        <a:bodyPr/>
        <a:lstStyle/>
        <a:p>
          <a:r>
            <a:rPr lang="en-US" b="1" dirty="0"/>
            <a:t>When</a:t>
          </a:r>
          <a:r>
            <a:rPr lang="en-US" dirty="0"/>
            <a:t>: </a:t>
          </a:r>
        </a:p>
        <a:p>
          <a:r>
            <a:rPr lang="en-US" dirty="0"/>
            <a:t>Written in 2017, but is recommended by Industry leaders for basics</a:t>
          </a:r>
        </a:p>
      </dgm:t>
    </dgm:pt>
    <dgm:pt modelId="{B7C45B9C-B58C-458F-97FA-C7EE1FE610F8}" type="parTrans" cxnId="{3FD898E9-4B7B-4404-9037-CA30356A8204}">
      <dgm:prSet/>
      <dgm:spPr/>
      <dgm:t>
        <a:bodyPr/>
        <a:lstStyle/>
        <a:p>
          <a:endParaRPr lang="en-US"/>
        </a:p>
      </dgm:t>
    </dgm:pt>
    <dgm:pt modelId="{FA4C8921-1D99-4CB8-A6BB-35C913B37721}" type="sibTrans" cxnId="{3FD898E9-4B7B-4404-9037-CA30356A8204}">
      <dgm:prSet phldrT="03"/>
      <dgm:spPr/>
      <dgm:t>
        <a:bodyPr/>
        <a:lstStyle/>
        <a:p>
          <a:endParaRPr lang="en-US" dirty="0"/>
        </a:p>
      </dgm:t>
    </dgm:pt>
    <dgm:pt modelId="{21BF222B-5DDA-4171-A055-B79B7DFAA83F}" type="pres">
      <dgm:prSet presAssocID="{9FBC5C5B-C326-4A6C-BC1E-2150966105E0}" presName="Name0" presStyleCnt="0">
        <dgm:presLayoutVars>
          <dgm:dir/>
          <dgm:resizeHandles val="exact"/>
        </dgm:presLayoutVars>
      </dgm:prSet>
      <dgm:spPr/>
    </dgm:pt>
    <dgm:pt modelId="{A1CB771D-E120-4977-9CAD-39621D3DB18C}" type="pres">
      <dgm:prSet presAssocID="{058C6FBA-8C50-4133-AA07-91F4EBB7305B}" presName="node" presStyleLbl="node1" presStyleIdx="0" presStyleCnt="3">
        <dgm:presLayoutVars>
          <dgm:bulletEnabled val="1"/>
        </dgm:presLayoutVars>
      </dgm:prSet>
      <dgm:spPr/>
    </dgm:pt>
    <dgm:pt modelId="{01ECC6E2-DB13-4229-B4B7-3AF08CD90143}" type="pres">
      <dgm:prSet presAssocID="{A7B5F310-CA3B-4AC0-9188-37A2235A7EB7}" presName="sibTrans" presStyleLbl="sibTrans1D1" presStyleIdx="0" presStyleCnt="2"/>
      <dgm:spPr/>
    </dgm:pt>
    <dgm:pt modelId="{9C39ABCE-55E3-44A3-B705-7F95414D4262}" type="pres">
      <dgm:prSet presAssocID="{A7B5F310-CA3B-4AC0-9188-37A2235A7EB7}" presName="connectorText" presStyleLbl="sibTrans1D1" presStyleIdx="0" presStyleCnt="2"/>
      <dgm:spPr/>
    </dgm:pt>
    <dgm:pt modelId="{C6ECFC01-90F8-4C52-8EFF-8CF4E0B6E785}" type="pres">
      <dgm:prSet presAssocID="{23A1798E-3EE6-4BEB-8F78-AFBC7BFC76E7}" presName="node" presStyleLbl="node1" presStyleIdx="1" presStyleCnt="3">
        <dgm:presLayoutVars>
          <dgm:bulletEnabled val="1"/>
        </dgm:presLayoutVars>
      </dgm:prSet>
      <dgm:spPr/>
    </dgm:pt>
    <dgm:pt modelId="{23C6B005-A61A-4616-B9B8-CDB4A9CA67F6}" type="pres">
      <dgm:prSet presAssocID="{640D9F02-7CA9-4097-B7FD-463BA427B287}" presName="sibTrans" presStyleLbl="sibTrans1D1" presStyleIdx="1" presStyleCnt="2"/>
      <dgm:spPr/>
    </dgm:pt>
    <dgm:pt modelId="{0C89C5F4-7536-4C14-851F-3B05256D37D7}" type="pres">
      <dgm:prSet presAssocID="{640D9F02-7CA9-4097-B7FD-463BA427B287}" presName="connectorText" presStyleLbl="sibTrans1D1" presStyleIdx="1" presStyleCnt="2"/>
      <dgm:spPr/>
    </dgm:pt>
    <dgm:pt modelId="{AAEB24DB-1CD7-4C49-B91E-28DE12CEF0CC}" type="pres">
      <dgm:prSet presAssocID="{B606ED1A-77A4-4695-A7D3-60F3BC4946C4}" presName="node" presStyleLbl="node1" presStyleIdx="2" presStyleCnt="3">
        <dgm:presLayoutVars>
          <dgm:bulletEnabled val="1"/>
        </dgm:presLayoutVars>
      </dgm:prSet>
      <dgm:spPr/>
    </dgm:pt>
  </dgm:ptLst>
  <dgm:cxnLst>
    <dgm:cxn modelId="{6339191C-0310-4BCD-BA1C-9B54528C23C2}" srcId="{9FBC5C5B-C326-4A6C-BC1E-2150966105E0}" destId="{058C6FBA-8C50-4133-AA07-91F4EBB7305B}" srcOrd="0" destOrd="0" parTransId="{2316C2F8-32FD-4E99-B85C-D45EC632C6E8}" sibTransId="{A7B5F310-CA3B-4AC0-9188-37A2235A7EB7}"/>
    <dgm:cxn modelId="{3685DD24-BD85-4C69-94B9-1CE33525D30E}" type="presOf" srcId="{A7B5F310-CA3B-4AC0-9188-37A2235A7EB7}" destId="{01ECC6E2-DB13-4229-B4B7-3AF08CD90143}" srcOrd="0" destOrd="0" presId="urn:microsoft.com/office/officeart/2016/7/layout/RepeatingBendingProcessNew"/>
    <dgm:cxn modelId="{D1F13B3B-9F64-432D-AF5B-325DBA3F25FE}" type="presOf" srcId="{058C6FBA-8C50-4133-AA07-91F4EBB7305B}" destId="{A1CB771D-E120-4977-9CAD-39621D3DB18C}" srcOrd="0" destOrd="0" presId="urn:microsoft.com/office/officeart/2016/7/layout/RepeatingBendingProcessNew"/>
    <dgm:cxn modelId="{1055098E-1C59-472B-A0AF-7CA790BD49A6}" type="presOf" srcId="{B606ED1A-77A4-4695-A7D3-60F3BC4946C4}" destId="{AAEB24DB-1CD7-4C49-B91E-28DE12CEF0CC}" srcOrd="0" destOrd="0" presId="urn:microsoft.com/office/officeart/2016/7/layout/RepeatingBendingProcessNew"/>
    <dgm:cxn modelId="{462E74A8-CB54-421E-B351-E89AD8841365}" type="presOf" srcId="{640D9F02-7CA9-4097-B7FD-463BA427B287}" destId="{23C6B005-A61A-4616-B9B8-CDB4A9CA67F6}" srcOrd="0" destOrd="0" presId="urn:microsoft.com/office/officeart/2016/7/layout/RepeatingBendingProcessNew"/>
    <dgm:cxn modelId="{71D5ACB4-E655-47DE-AA29-9B492611CD42}" type="presOf" srcId="{A7B5F310-CA3B-4AC0-9188-37A2235A7EB7}" destId="{9C39ABCE-55E3-44A3-B705-7F95414D4262}" srcOrd="1" destOrd="0" presId="urn:microsoft.com/office/officeart/2016/7/layout/RepeatingBendingProcessNew"/>
    <dgm:cxn modelId="{07236BC0-7CEB-49FC-81D7-C2AF9CCA3FBE}" type="presOf" srcId="{640D9F02-7CA9-4097-B7FD-463BA427B287}" destId="{0C89C5F4-7536-4C14-851F-3B05256D37D7}" srcOrd="1" destOrd="0" presId="urn:microsoft.com/office/officeart/2016/7/layout/RepeatingBendingProcessNew"/>
    <dgm:cxn modelId="{E84F03E8-45D6-4E20-89EC-7168779DA470}" type="presOf" srcId="{9FBC5C5B-C326-4A6C-BC1E-2150966105E0}" destId="{21BF222B-5DDA-4171-A055-B79B7DFAA83F}" srcOrd="0" destOrd="0" presId="urn:microsoft.com/office/officeart/2016/7/layout/RepeatingBendingProcessNew"/>
    <dgm:cxn modelId="{3FD898E9-4B7B-4404-9037-CA30356A8204}" srcId="{9FBC5C5B-C326-4A6C-BC1E-2150966105E0}" destId="{B606ED1A-77A4-4695-A7D3-60F3BC4946C4}" srcOrd="2" destOrd="0" parTransId="{B7C45B9C-B58C-458F-97FA-C7EE1FE610F8}" sibTransId="{FA4C8921-1D99-4CB8-A6BB-35C913B37721}"/>
    <dgm:cxn modelId="{70C57CF7-63BC-4670-AE7B-B5A1BAEA56D7}" srcId="{9FBC5C5B-C326-4A6C-BC1E-2150966105E0}" destId="{23A1798E-3EE6-4BEB-8F78-AFBC7BFC76E7}" srcOrd="1" destOrd="0" parTransId="{21087C8D-3B4E-4434-A048-697F43914933}" sibTransId="{640D9F02-7CA9-4097-B7FD-463BA427B287}"/>
    <dgm:cxn modelId="{154F9AFD-5A29-4BFC-8616-1FC69C9E672E}" type="presOf" srcId="{23A1798E-3EE6-4BEB-8F78-AFBC7BFC76E7}" destId="{C6ECFC01-90F8-4C52-8EFF-8CF4E0B6E785}" srcOrd="0" destOrd="0" presId="urn:microsoft.com/office/officeart/2016/7/layout/RepeatingBendingProcessNew"/>
    <dgm:cxn modelId="{A70F63A2-A074-4152-AA49-10D19030B458}" type="presParOf" srcId="{21BF222B-5DDA-4171-A055-B79B7DFAA83F}" destId="{A1CB771D-E120-4977-9CAD-39621D3DB18C}" srcOrd="0" destOrd="0" presId="urn:microsoft.com/office/officeart/2016/7/layout/RepeatingBendingProcessNew"/>
    <dgm:cxn modelId="{4B6FDA1C-2FB1-4B6A-ABA9-40BF7420160F}" type="presParOf" srcId="{21BF222B-5DDA-4171-A055-B79B7DFAA83F}" destId="{01ECC6E2-DB13-4229-B4B7-3AF08CD90143}" srcOrd="1" destOrd="0" presId="urn:microsoft.com/office/officeart/2016/7/layout/RepeatingBendingProcessNew"/>
    <dgm:cxn modelId="{CE6EF8DB-4FF0-4F8E-9F6E-F2FC653F450C}" type="presParOf" srcId="{01ECC6E2-DB13-4229-B4B7-3AF08CD90143}" destId="{9C39ABCE-55E3-44A3-B705-7F95414D4262}" srcOrd="0" destOrd="0" presId="urn:microsoft.com/office/officeart/2016/7/layout/RepeatingBendingProcessNew"/>
    <dgm:cxn modelId="{9E67A479-471E-40EB-94B2-09AA48990244}" type="presParOf" srcId="{21BF222B-5DDA-4171-A055-B79B7DFAA83F}" destId="{C6ECFC01-90F8-4C52-8EFF-8CF4E0B6E785}" srcOrd="2" destOrd="0" presId="urn:microsoft.com/office/officeart/2016/7/layout/RepeatingBendingProcessNew"/>
    <dgm:cxn modelId="{0941D305-4099-45A0-86F5-DA16D033DE54}" type="presParOf" srcId="{21BF222B-5DDA-4171-A055-B79B7DFAA83F}" destId="{23C6B005-A61A-4616-B9B8-CDB4A9CA67F6}" srcOrd="3" destOrd="0" presId="urn:microsoft.com/office/officeart/2016/7/layout/RepeatingBendingProcessNew"/>
    <dgm:cxn modelId="{C8E50EE9-80A0-43F8-8AFE-79697F6437AD}" type="presParOf" srcId="{23C6B005-A61A-4616-B9B8-CDB4A9CA67F6}" destId="{0C89C5F4-7536-4C14-851F-3B05256D37D7}" srcOrd="0" destOrd="0" presId="urn:microsoft.com/office/officeart/2016/7/layout/RepeatingBendingProcessNew"/>
    <dgm:cxn modelId="{BE49153C-BBE7-4193-9845-5F9083D01A10}" type="presParOf" srcId="{21BF222B-5DDA-4171-A055-B79B7DFAA83F}" destId="{AAEB24DB-1CD7-4C49-B91E-28DE12CEF0CC}" srcOrd="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579DEAB-A3D5-4F31-8F38-DC6EA62C37F3}"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05FC75D9-11C1-4423-ABCF-61D25EE891CF}">
      <dgm:prSet/>
      <dgm:spPr/>
      <dgm:t>
        <a:bodyPr/>
        <a:lstStyle/>
        <a:p>
          <a:r>
            <a:rPr lang="en-US" dirty="0"/>
            <a:t>Open-Loop Payment Systems (e.g., Visa, Mastercard):</a:t>
          </a:r>
        </a:p>
      </dgm:t>
    </dgm:pt>
    <dgm:pt modelId="{8BAAF18C-EC69-4A33-A280-3D85DAA07B0F}" type="parTrans" cxnId="{63FEA0EA-2105-4D79-93A6-35C74EBE224A}">
      <dgm:prSet/>
      <dgm:spPr/>
      <dgm:t>
        <a:bodyPr/>
        <a:lstStyle/>
        <a:p>
          <a:endParaRPr lang="en-US"/>
        </a:p>
      </dgm:t>
    </dgm:pt>
    <dgm:pt modelId="{FC491D2F-4CDD-4BFF-B5C2-49C3314A7B23}" type="sibTrans" cxnId="{63FEA0EA-2105-4D79-93A6-35C74EBE224A}">
      <dgm:prSet/>
      <dgm:spPr/>
      <dgm:t>
        <a:bodyPr/>
        <a:lstStyle/>
        <a:p>
          <a:endParaRPr lang="en-US"/>
        </a:p>
      </dgm:t>
    </dgm:pt>
    <dgm:pt modelId="{9B9445A2-18AA-4D10-B8CB-59AA6C44D7B2}">
      <dgm:prSet/>
      <dgm:spPr/>
      <dgm:t>
        <a:bodyPr/>
        <a:lstStyle/>
        <a:p>
          <a:pPr>
            <a:buFont typeface="+mj-lt"/>
            <a:buAutoNum type="arabicPeriod"/>
          </a:pPr>
          <a:r>
            <a:rPr lang="en-US" dirty="0"/>
            <a:t>Involve </a:t>
          </a:r>
          <a:r>
            <a:rPr lang="en-US" b="1" dirty="0"/>
            <a:t>multiple parties</a:t>
          </a:r>
          <a:r>
            <a:rPr lang="en-US" dirty="0"/>
            <a:t>: issuer banks, acquirers, processors, and card networks.</a:t>
          </a:r>
        </a:p>
      </dgm:t>
    </dgm:pt>
    <dgm:pt modelId="{2C286F40-32AE-4968-97F0-FB69B682606E}" type="parTrans" cxnId="{B54C3196-2E97-42D7-AEB7-A0B0B066AF2D}">
      <dgm:prSet/>
      <dgm:spPr/>
      <dgm:t>
        <a:bodyPr/>
        <a:lstStyle/>
        <a:p>
          <a:endParaRPr lang="en-US"/>
        </a:p>
      </dgm:t>
    </dgm:pt>
    <dgm:pt modelId="{DDBDA2D9-98F8-45A0-8A39-A5F942AB97E6}" type="sibTrans" cxnId="{B54C3196-2E97-42D7-AEB7-A0B0B066AF2D}">
      <dgm:prSet/>
      <dgm:spPr/>
      <dgm:t>
        <a:bodyPr/>
        <a:lstStyle/>
        <a:p>
          <a:endParaRPr lang="en-US"/>
        </a:p>
      </dgm:t>
    </dgm:pt>
    <dgm:pt modelId="{5B798193-5CE5-4BF8-9457-AE1F73064F13}">
      <dgm:prSet/>
      <dgm:spPr/>
      <dgm:t>
        <a:bodyPr/>
        <a:lstStyle/>
        <a:p>
          <a:pPr>
            <a:buFont typeface="+mj-lt"/>
            <a:buAutoNum type="arabicPeriod"/>
          </a:pPr>
          <a:r>
            <a:rPr lang="en-US" b="1" dirty="0"/>
            <a:t>Revenue</a:t>
          </a:r>
          <a:r>
            <a:rPr lang="en-US" dirty="0"/>
            <a:t> generated </a:t>
          </a:r>
          <a:r>
            <a:rPr lang="en-US" b="0" dirty="0"/>
            <a:t>through shared transaction fees </a:t>
          </a:r>
          <a:r>
            <a:rPr lang="en-US" dirty="0"/>
            <a:t>(interchange, network, processing).</a:t>
          </a:r>
        </a:p>
      </dgm:t>
    </dgm:pt>
    <dgm:pt modelId="{0410AB22-8196-4768-A937-0122E38E6F1C}" type="parTrans" cxnId="{10C2D07F-22E1-49AB-A000-9AA3763199D5}">
      <dgm:prSet/>
      <dgm:spPr/>
      <dgm:t>
        <a:bodyPr/>
        <a:lstStyle/>
        <a:p>
          <a:endParaRPr lang="en-US"/>
        </a:p>
      </dgm:t>
    </dgm:pt>
    <dgm:pt modelId="{2408229C-2469-47FD-9CD0-FF2AFF8E8F69}" type="sibTrans" cxnId="{10C2D07F-22E1-49AB-A000-9AA3763199D5}">
      <dgm:prSet/>
      <dgm:spPr/>
      <dgm:t>
        <a:bodyPr/>
        <a:lstStyle/>
        <a:p>
          <a:endParaRPr lang="en-US"/>
        </a:p>
      </dgm:t>
    </dgm:pt>
    <dgm:pt modelId="{0A26F3E7-979B-469A-841B-1F5E2929219D}">
      <dgm:prSet/>
      <dgm:spPr/>
      <dgm:t>
        <a:bodyPr/>
        <a:lstStyle/>
        <a:p>
          <a:pPr>
            <a:buFont typeface="+mj-lt"/>
            <a:buAutoNum type="arabicPeriod"/>
          </a:pPr>
          <a:r>
            <a:rPr lang="en-US" b="1" dirty="0"/>
            <a:t>Broad merchant acceptance </a:t>
          </a:r>
          <a:r>
            <a:rPr lang="en-US" dirty="0"/>
            <a:t>across regions and industries.</a:t>
          </a:r>
        </a:p>
      </dgm:t>
    </dgm:pt>
    <dgm:pt modelId="{558572D5-17A7-4A69-A8A1-6932FA9D9E8D}" type="parTrans" cxnId="{5F292736-5A39-4114-B6CA-C8B4C147E771}">
      <dgm:prSet/>
      <dgm:spPr/>
      <dgm:t>
        <a:bodyPr/>
        <a:lstStyle/>
        <a:p>
          <a:endParaRPr lang="en-US"/>
        </a:p>
      </dgm:t>
    </dgm:pt>
    <dgm:pt modelId="{B8EE2337-DC0F-47E4-A7A8-EBB9A84FA1F4}" type="sibTrans" cxnId="{5F292736-5A39-4114-B6CA-C8B4C147E771}">
      <dgm:prSet/>
      <dgm:spPr/>
      <dgm:t>
        <a:bodyPr/>
        <a:lstStyle/>
        <a:p>
          <a:endParaRPr lang="en-US"/>
        </a:p>
      </dgm:t>
    </dgm:pt>
    <dgm:pt modelId="{82983D66-E582-4954-98CF-E92AF5E081EC}">
      <dgm:prSet/>
      <dgm:spPr/>
      <dgm:t>
        <a:bodyPr/>
        <a:lstStyle/>
        <a:p>
          <a:pPr>
            <a:buFont typeface="+mj-lt"/>
            <a:buAutoNum type="arabicPeriod"/>
          </a:pPr>
          <a:r>
            <a:rPr lang="en-US" b="1" dirty="0"/>
            <a:t>Limited control </a:t>
          </a:r>
          <a:r>
            <a:rPr lang="en-US" dirty="0"/>
            <a:t>over customer data and user experience.</a:t>
          </a:r>
        </a:p>
      </dgm:t>
    </dgm:pt>
    <dgm:pt modelId="{607BE2EB-A06C-44D6-B642-3E1663318ACF}" type="parTrans" cxnId="{A9306434-4284-480A-8367-77B7F89599F4}">
      <dgm:prSet/>
      <dgm:spPr/>
      <dgm:t>
        <a:bodyPr/>
        <a:lstStyle/>
        <a:p>
          <a:endParaRPr lang="en-US"/>
        </a:p>
      </dgm:t>
    </dgm:pt>
    <dgm:pt modelId="{874DA169-9667-4979-A74E-A5071C44DB16}" type="sibTrans" cxnId="{A9306434-4284-480A-8367-77B7F89599F4}">
      <dgm:prSet/>
      <dgm:spPr/>
      <dgm:t>
        <a:bodyPr/>
        <a:lstStyle/>
        <a:p>
          <a:endParaRPr lang="en-US"/>
        </a:p>
      </dgm:t>
    </dgm:pt>
    <dgm:pt modelId="{70402F7C-F381-414D-BED7-CEFF7139F236}">
      <dgm:prSet/>
      <dgm:spPr/>
      <dgm:t>
        <a:bodyPr/>
        <a:lstStyle/>
        <a:p>
          <a:pPr>
            <a:buFont typeface="+mj-lt"/>
            <a:buAutoNum type="arabicPeriod"/>
          </a:pPr>
          <a:r>
            <a:rPr lang="en-US" b="1" dirty="0"/>
            <a:t>High scalability </a:t>
          </a:r>
          <a:r>
            <a:rPr lang="en-US" dirty="0"/>
            <a:t>due to global network interoperability.</a:t>
          </a:r>
        </a:p>
      </dgm:t>
    </dgm:pt>
    <dgm:pt modelId="{7FFA13FD-E305-4CC2-B93A-70CE6FAAB16A}" type="parTrans" cxnId="{F00EB17E-C27D-44D9-8323-7F4C90704D44}">
      <dgm:prSet/>
      <dgm:spPr/>
      <dgm:t>
        <a:bodyPr/>
        <a:lstStyle/>
        <a:p>
          <a:endParaRPr lang="en-US"/>
        </a:p>
      </dgm:t>
    </dgm:pt>
    <dgm:pt modelId="{C050D058-C7B9-4853-8322-AACB6977CD25}" type="sibTrans" cxnId="{F00EB17E-C27D-44D9-8323-7F4C90704D44}">
      <dgm:prSet/>
      <dgm:spPr/>
      <dgm:t>
        <a:bodyPr/>
        <a:lstStyle/>
        <a:p>
          <a:endParaRPr lang="en-US"/>
        </a:p>
      </dgm:t>
    </dgm:pt>
    <dgm:pt modelId="{A863F10E-DD3F-4270-B0CD-2694710F917C}">
      <dgm:prSet/>
      <dgm:spPr/>
      <dgm:t>
        <a:bodyPr/>
        <a:lstStyle/>
        <a:p>
          <a:pPr>
            <a:buFont typeface="+mj-lt"/>
            <a:buAutoNum type="arabicPeriod"/>
          </a:pPr>
          <a:r>
            <a:rPr lang="en-US" dirty="0"/>
            <a:t>Subject to </a:t>
          </a:r>
          <a:r>
            <a:rPr lang="en-US" b="1" dirty="0"/>
            <a:t>strict regulatory compliance </a:t>
          </a:r>
          <a:r>
            <a:rPr lang="en-US" dirty="0"/>
            <a:t>(e.g., PCI DSS, AML, KYC).</a:t>
          </a:r>
        </a:p>
      </dgm:t>
    </dgm:pt>
    <dgm:pt modelId="{ABEEFDE2-2224-406B-9C05-D25643A760BF}" type="parTrans" cxnId="{FC5A6916-1DE0-479D-97FD-0C2BED7047F0}">
      <dgm:prSet/>
      <dgm:spPr/>
      <dgm:t>
        <a:bodyPr/>
        <a:lstStyle/>
        <a:p>
          <a:endParaRPr lang="en-US"/>
        </a:p>
      </dgm:t>
    </dgm:pt>
    <dgm:pt modelId="{FBB1A4A5-830C-4A9C-B1F3-849508D7A6D9}" type="sibTrans" cxnId="{FC5A6916-1DE0-479D-97FD-0C2BED7047F0}">
      <dgm:prSet/>
      <dgm:spPr/>
      <dgm:t>
        <a:bodyPr/>
        <a:lstStyle/>
        <a:p>
          <a:endParaRPr lang="en-US"/>
        </a:p>
      </dgm:t>
    </dgm:pt>
    <dgm:pt modelId="{1FB456F1-1E23-4B08-8A24-8E5FBB77ACB7}">
      <dgm:prSet/>
      <dgm:spPr/>
      <dgm:t>
        <a:bodyPr/>
        <a:lstStyle/>
        <a:p>
          <a:r>
            <a:rPr lang="en-US" dirty="0"/>
            <a:t>Closed-Loop Payment Systems (e.g., Starbucks App, Apple Pay within Apple ecosystem):</a:t>
          </a:r>
        </a:p>
      </dgm:t>
    </dgm:pt>
    <dgm:pt modelId="{1572361C-2254-4C5E-B030-3D1B46509F0B}" type="parTrans" cxnId="{F9CE19CF-42C1-4912-AA30-BB1542F56450}">
      <dgm:prSet/>
      <dgm:spPr/>
      <dgm:t>
        <a:bodyPr/>
        <a:lstStyle/>
        <a:p>
          <a:endParaRPr lang="en-US"/>
        </a:p>
      </dgm:t>
    </dgm:pt>
    <dgm:pt modelId="{C61047F3-7312-4495-805F-5A1994833EA7}" type="sibTrans" cxnId="{F9CE19CF-42C1-4912-AA30-BB1542F56450}">
      <dgm:prSet/>
      <dgm:spPr/>
      <dgm:t>
        <a:bodyPr/>
        <a:lstStyle/>
        <a:p>
          <a:endParaRPr lang="en-US"/>
        </a:p>
      </dgm:t>
    </dgm:pt>
    <dgm:pt modelId="{C6FDA60B-0EED-4240-9480-B3D2857AB166}">
      <dgm:prSet/>
      <dgm:spPr/>
      <dgm:t>
        <a:bodyPr/>
        <a:lstStyle/>
        <a:p>
          <a:pPr>
            <a:buFont typeface="+mj-lt"/>
            <a:buAutoNum type="arabicPeriod"/>
          </a:pPr>
          <a:r>
            <a:rPr lang="en-US" dirty="0"/>
            <a:t>Operate within a </a:t>
          </a:r>
          <a:r>
            <a:rPr lang="en-US" b="1" dirty="0"/>
            <a:t>single company’s </a:t>
          </a:r>
          <a:r>
            <a:rPr lang="en-US" dirty="0"/>
            <a:t>ecosystem (issuer, processor, and merchant are the same).</a:t>
          </a:r>
        </a:p>
      </dgm:t>
    </dgm:pt>
    <dgm:pt modelId="{F6F5877B-8193-47DA-88E0-708272DE8B79}" type="parTrans" cxnId="{90A8D70B-A8E7-46A7-B938-E495690B910B}">
      <dgm:prSet/>
      <dgm:spPr/>
      <dgm:t>
        <a:bodyPr/>
        <a:lstStyle/>
        <a:p>
          <a:endParaRPr lang="en-US"/>
        </a:p>
      </dgm:t>
    </dgm:pt>
    <dgm:pt modelId="{F8080850-ADBE-4696-A35F-FC116559BD08}" type="sibTrans" cxnId="{90A8D70B-A8E7-46A7-B938-E495690B910B}">
      <dgm:prSet/>
      <dgm:spPr/>
      <dgm:t>
        <a:bodyPr/>
        <a:lstStyle/>
        <a:p>
          <a:endParaRPr lang="en-US"/>
        </a:p>
      </dgm:t>
    </dgm:pt>
    <dgm:pt modelId="{8C40E72E-A5BC-4374-ACBA-2C89446FA299}">
      <dgm:prSet/>
      <dgm:spPr/>
      <dgm:t>
        <a:bodyPr/>
        <a:lstStyle/>
        <a:p>
          <a:pPr>
            <a:buFont typeface="+mj-lt"/>
            <a:buAutoNum type="arabicPeriod"/>
          </a:pPr>
          <a:r>
            <a:rPr lang="en-US" b="1" dirty="0"/>
            <a:t>Revenue</a:t>
          </a:r>
          <a:r>
            <a:rPr lang="en-US" dirty="0"/>
            <a:t> </a:t>
          </a:r>
          <a:r>
            <a:rPr lang="en-US" b="0" dirty="0"/>
            <a:t>retained entirely by the company</a:t>
          </a:r>
          <a:r>
            <a:rPr lang="en-US" dirty="0"/>
            <a:t>; may include interest on stored value (float).</a:t>
          </a:r>
        </a:p>
      </dgm:t>
    </dgm:pt>
    <dgm:pt modelId="{AB8F7507-3C8D-4A1F-B622-877DBC47EC7C}" type="parTrans" cxnId="{FB828AD0-CB72-40F7-9CB6-CE56B4512D46}">
      <dgm:prSet/>
      <dgm:spPr/>
      <dgm:t>
        <a:bodyPr/>
        <a:lstStyle/>
        <a:p>
          <a:endParaRPr lang="en-US"/>
        </a:p>
      </dgm:t>
    </dgm:pt>
    <dgm:pt modelId="{54E914EA-49AB-4B77-9577-0694AC66C42B}" type="sibTrans" cxnId="{FB828AD0-CB72-40F7-9CB6-CE56B4512D46}">
      <dgm:prSet/>
      <dgm:spPr/>
      <dgm:t>
        <a:bodyPr/>
        <a:lstStyle/>
        <a:p>
          <a:endParaRPr lang="en-US"/>
        </a:p>
      </dgm:t>
    </dgm:pt>
    <dgm:pt modelId="{9FAD19C2-07C8-4EF1-8F18-96FB0660873F}">
      <dgm:prSet/>
      <dgm:spPr/>
      <dgm:t>
        <a:bodyPr/>
        <a:lstStyle/>
        <a:p>
          <a:pPr>
            <a:buFont typeface="+mj-lt"/>
            <a:buAutoNum type="arabicPeriod"/>
          </a:pPr>
          <a:r>
            <a:rPr lang="en-US" b="1" dirty="0"/>
            <a:t>Limited to specific merchants </a:t>
          </a:r>
          <a:r>
            <a:rPr lang="en-US" dirty="0"/>
            <a:t>or platforms.</a:t>
          </a:r>
        </a:p>
      </dgm:t>
    </dgm:pt>
    <dgm:pt modelId="{CEA6D4F8-E68A-4A71-989C-037DC6FCD405}" type="parTrans" cxnId="{AA8720EE-28E6-42F5-B610-D4FBD553AE7D}">
      <dgm:prSet/>
      <dgm:spPr/>
      <dgm:t>
        <a:bodyPr/>
        <a:lstStyle/>
        <a:p>
          <a:endParaRPr lang="en-US"/>
        </a:p>
      </dgm:t>
    </dgm:pt>
    <dgm:pt modelId="{0026107A-12DF-4E05-872C-A9C20D3D27A6}" type="sibTrans" cxnId="{AA8720EE-28E6-42F5-B610-D4FBD553AE7D}">
      <dgm:prSet/>
      <dgm:spPr/>
      <dgm:t>
        <a:bodyPr/>
        <a:lstStyle/>
        <a:p>
          <a:endParaRPr lang="en-US"/>
        </a:p>
      </dgm:t>
    </dgm:pt>
    <dgm:pt modelId="{7A07BB53-28D4-4D8D-B000-EF0C31700662}">
      <dgm:prSet/>
      <dgm:spPr/>
      <dgm:t>
        <a:bodyPr/>
        <a:lstStyle/>
        <a:p>
          <a:pPr>
            <a:buFont typeface="+mj-lt"/>
            <a:buAutoNum type="arabicPeriod"/>
          </a:pPr>
          <a:r>
            <a:rPr lang="en-US" b="1" dirty="0"/>
            <a:t>Full control </a:t>
          </a:r>
          <a:r>
            <a:rPr lang="en-US" dirty="0"/>
            <a:t>over customer data, loyalty programs, and user experience.</a:t>
          </a:r>
        </a:p>
      </dgm:t>
    </dgm:pt>
    <dgm:pt modelId="{12172D67-A693-410B-93B8-22EE71D090AD}" type="parTrans" cxnId="{3FEB2FA8-0781-420C-AE02-1FDC8CB1F512}">
      <dgm:prSet/>
      <dgm:spPr/>
      <dgm:t>
        <a:bodyPr/>
        <a:lstStyle/>
        <a:p>
          <a:endParaRPr lang="en-US"/>
        </a:p>
      </dgm:t>
    </dgm:pt>
    <dgm:pt modelId="{E2BD24DA-B170-40BB-9EE0-E5EE1495A5EB}" type="sibTrans" cxnId="{3FEB2FA8-0781-420C-AE02-1FDC8CB1F512}">
      <dgm:prSet/>
      <dgm:spPr/>
      <dgm:t>
        <a:bodyPr/>
        <a:lstStyle/>
        <a:p>
          <a:endParaRPr lang="en-US"/>
        </a:p>
      </dgm:t>
    </dgm:pt>
    <dgm:pt modelId="{53FF396F-1DCF-4F40-AFF6-56CC6D60DA1B}">
      <dgm:prSet/>
      <dgm:spPr/>
      <dgm:t>
        <a:bodyPr/>
        <a:lstStyle/>
        <a:p>
          <a:pPr>
            <a:buFont typeface="+mj-lt"/>
            <a:buAutoNum type="arabicPeriod"/>
          </a:pPr>
          <a:r>
            <a:rPr lang="en-US" b="1" dirty="0"/>
            <a:t>Limited scalability</a:t>
          </a:r>
          <a:r>
            <a:rPr lang="en-US" dirty="0"/>
            <a:t> unless the brand’s ecosystem expands.</a:t>
          </a:r>
        </a:p>
      </dgm:t>
    </dgm:pt>
    <dgm:pt modelId="{EDA5F1AD-B96D-46CA-9CD7-BB68AE1B8CEF}" type="parTrans" cxnId="{DADF78EF-548C-441E-A585-4E78839CFE11}">
      <dgm:prSet/>
      <dgm:spPr/>
      <dgm:t>
        <a:bodyPr/>
        <a:lstStyle/>
        <a:p>
          <a:endParaRPr lang="en-US"/>
        </a:p>
      </dgm:t>
    </dgm:pt>
    <dgm:pt modelId="{E85B5B75-111F-41D5-B29C-B75BB561BA95}" type="sibTrans" cxnId="{DADF78EF-548C-441E-A585-4E78839CFE11}">
      <dgm:prSet/>
      <dgm:spPr/>
      <dgm:t>
        <a:bodyPr/>
        <a:lstStyle/>
        <a:p>
          <a:endParaRPr lang="en-US"/>
        </a:p>
      </dgm:t>
    </dgm:pt>
    <dgm:pt modelId="{2B5A4E3F-0287-45E2-95E2-594DA6F1BE82}">
      <dgm:prSet/>
      <dgm:spPr/>
      <dgm:t>
        <a:bodyPr/>
        <a:lstStyle/>
        <a:p>
          <a:pPr>
            <a:buFont typeface="+mj-lt"/>
            <a:buAutoNum type="arabicPeriod"/>
          </a:pPr>
          <a:r>
            <a:rPr lang="en-US" b="1" dirty="0"/>
            <a:t>Lower processing costs </a:t>
          </a:r>
          <a:r>
            <a:rPr lang="en-US" dirty="0"/>
            <a:t>due to fewer intermediaries.</a:t>
          </a:r>
        </a:p>
      </dgm:t>
    </dgm:pt>
    <dgm:pt modelId="{75642890-4F93-44A3-ADDC-035441E0A373}" type="parTrans" cxnId="{5BB5A225-80A8-4688-9B1E-494128F6851A}">
      <dgm:prSet/>
      <dgm:spPr/>
      <dgm:t>
        <a:bodyPr/>
        <a:lstStyle/>
        <a:p>
          <a:endParaRPr lang="en-US"/>
        </a:p>
      </dgm:t>
    </dgm:pt>
    <dgm:pt modelId="{B85CED5F-F453-4DDD-B4E1-9A219B8146A9}" type="sibTrans" cxnId="{5BB5A225-80A8-4688-9B1E-494128F6851A}">
      <dgm:prSet/>
      <dgm:spPr/>
      <dgm:t>
        <a:bodyPr/>
        <a:lstStyle/>
        <a:p>
          <a:endParaRPr lang="en-US"/>
        </a:p>
      </dgm:t>
    </dgm:pt>
    <dgm:pt modelId="{BE45B6E7-781D-49A9-884F-DE646677DD4F}" type="pres">
      <dgm:prSet presAssocID="{0579DEAB-A3D5-4F31-8F38-DC6EA62C37F3}" presName="linear" presStyleCnt="0">
        <dgm:presLayoutVars>
          <dgm:dir/>
          <dgm:animLvl val="lvl"/>
          <dgm:resizeHandles val="exact"/>
        </dgm:presLayoutVars>
      </dgm:prSet>
      <dgm:spPr/>
    </dgm:pt>
    <dgm:pt modelId="{4352F0A1-88FD-4EBC-8EB6-459F2F2EBE96}" type="pres">
      <dgm:prSet presAssocID="{05FC75D9-11C1-4423-ABCF-61D25EE891CF}" presName="parentLin" presStyleCnt="0"/>
      <dgm:spPr/>
    </dgm:pt>
    <dgm:pt modelId="{9EF7C416-6F4B-4E40-95E0-27AE244101AA}" type="pres">
      <dgm:prSet presAssocID="{05FC75D9-11C1-4423-ABCF-61D25EE891CF}" presName="parentLeftMargin" presStyleLbl="node1" presStyleIdx="0" presStyleCnt="2"/>
      <dgm:spPr/>
    </dgm:pt>
    <dgm:pt modelId="{13378683-6452-4430-8EE0-302D7E5CD18C}" type="pres">
      <dgm:prSet presAssocID="{05FC75D9-11C1-4423-ABCF-61D25EE891CF}" presName="parentText" presStyleLbl="node1" presStyleIdx="0" presStyleCnt="2">
        <dgm:presLayoutVars>
          <dgm:chMax val="0"/>
          <dgm:bulletEnabled val="1"/>
        </dgm:presLayoutVars>
      </dgm:prSet>
      <dgm:spPr/>
    </dgm:pt>
    <dgm:pt modelId="{24F6B5CC-B946-4FD2-8CB1-94AF9B090C03}" type="pres">
      <dgm:prSet presAssocID="{05FC75D9-11C1-4423-ABCF-61D25EE891CF}" presName="negativeSpace" presStyleCnt="0"/>
      <dgm:spPr/>
    </dgm:pt>
    <dgm:pt modelId="{0A905CCE-CD39-47F0-9197-4257020F19AA}" type="pres">
      <dgm:prSet presAssocID="{05FC75D9-11C1-4423-ABCF-61D25EE891CF}" presName="childText" presStyleLbl="conFgAcc1" presStyleIdx="0" presStyleCnt="2">
        <dgm:presLayoutVars>
          <dgm:bulletEnabled val="1"/>
        </dgm:presLayoutVars>
      </dgm:prSet>
      <dgm:spPr/>
    </dgm:pt>
    <dgm:pt modelId="{82A4D492-FCA6-4078-BBF8-1A78E43E7E8B}" type="pres">
      <dgm:prSet presAssocID="{FC491D2F-4CDD-4BFF-B5C2-49C3314A7B23}" presName="spaceBetweenRectangles" presStyleCnt="0"/>
      <dgm:spPr/>
    </dgm:pt>
    <dgm:pt modelId="{2E1FAD36-DDCE-4002-9BE4-4F90D5B6D9EC}" type="pres">
      <dgm:prSet presAssocID="{1FB456F1-1E23-4B08-8A24-8E5FBB77ACB7}" presName="parentLin" presStyleCnt="0"/>
      <dgm:spPr/>
    </dgm:pt>
    <dgm:pt modelId="{69C4BFCC-8898-4B6B-8370-5C84B16CCB27}" type="pres">
      <dgm:prSet presAssocID="{1FB456F1-1E23-4B08-8A24-8E5FBB77ACB7}" presName="parentLeftMargin" presStyleLbl="node1" presStyleIdx="0" presStyleCnt="2"/>
      <dgm:spPr/>
    </dgm:pt>
    <dgm:pt modelId="{62A888CE-3356-474A-9A8C-1069F4209AE9}" type="pres">
      <dgm:prSet presAssocID="{1FB456F1-1E23-4B08-8A24-8E5FBB77ACB7}" presName="parentText" presStyleLbl="node1" presStyleIdx="1" presStyleCnt="2">
        <dgm:presLayoutVars>
          <dgm:chMax val="0"/>
          <dgm:bulletEnabled val="1"/>
        </dgm:presLayoutVars>
      </dgm:prSet>
      <dgm:spPr/>
    </dgm:pt>
    <dgm:pt modelId="{081A3954-4CEC-428F-930A-D8674F25D3E3}" type="pres">
      <dgm:prSet presAssocID="{1FB456F1-1E23-4B08-8A24-8E5FBB77ACB7}" presName="negativeSpace" presStyleCnt="0"/>
      <dgm:spPr/>
    </dgm:pt>
    <dgm:pt modelId="{B61ECA15-8BA2-4ABC-9926-41B0C04CBFB5}" type="pres">
      <dgm:prSet presAssocID="{1FB456F1-1E23-4B08-8A24-8E5FBB77ACB7}" presName="childText" presStyleLbl="conFgAcc1" presStyleIdx="1" presStyleCnt="2">
        <dgm:presLayoutVars>
          <dgm:bulletEnabled val="1"/>
        </dgm:presLayoutVars>
      </dgm:prSet>
      <dgm:spPr/>
    </dgm:pt>
  </dgm:ptLst>
  <dgm:cxnLst>
    <dgm:cxn modelId="{90A8D70B-A8E7-46A7-B938-E495690B910B}" srcId="{1FB456F1-1E23-4B08-8A24-8E5FBB77ACB7}" destId="{C6FDA60B-0EED-4240-9480-B3D2857AB166}" srcOrd="0" destOrd="0" parTransId="{F6F5877B-8193-47DA-88E0-708272DE8B79}" sibTransId="{F8080850-ADBE-4696-A35F-FC116559BD08}"/>
    <dgm:cxn modelId="{FC5A6916-1DE0-479D-97FD-0C2BED7047F0}" srcId="{05FC75D9-11C1-4423-ABCF-61D25EE891CF}" destId="{A863F10E-DD3F-4270-B0CD-2694710F917C}" srcOrd="5" destOrd="0" parTransId="{ABEEFDE2-2224-406B-9C05-D25643A760BF}" sibTransId="{FBB1A4A5-830C-4A9C-B1F3-849508D7A6D9}"/>
    <dgm:cxn modelId="{F5644117-C514-4DE7-ABAE-0ACC0F6AA5D5}" type="presOf" srcId="{7A07BB53-28D4-4D8D-B000-EF0C31700662}" destId="{B61ECA15-8BA2-4ABC-9926-41B0C04CBFB5}" srcOrd="0" destOrd="3" presId="urn:microsoft.com/office/officeart/2005/8/layout/list1"/>
    <dgm:cxn modelId="{5BB5A225-80A8-4688-9B1E-494128F6851A}" srcId="{1FB456F1-1E23-4B08-8A24-8E5FBB77ACB7}" destId="{2B5A4E3F-0287-45E2-95E2-594DA6F1BE82}" srcOrd="5" destOrd="0" parTransId="{75642890-4F93-44A3-ADDC-035441E0A373}" sibTransId="{B85CED5F-F453-4DDD-B4E1-9A219B8146A9}"/>
    <dgm:cxn modelId="{DDA8D227-46AB-4FE6-8561-0D2F67DB2D48}" type="presOf" srcId="{05FC75D9-11C1-4423-ABCF-61D25EE891CF}" destId="{13378683-6452-4430-8EE0-302D7E5CD18C}" srcOrd="1" destOrd="0" presId="urn:microsoft.com/office/officeart/2005/8/layout/list1"/>
    <dgm:cxn modelId="{4089C833-4F43-4563-A6A0-31171F5B5774}" type="presOf" srcId="{5B798193-5CE5-4BF8-9457-AE1F73064F13}" destId="{0A905CCE-CD39-47F0-9197-4257020F19AA}" srcOrd="0" destOrd="1" presId="urn:microsoft.com/office/officeart/2005/8/layout/list1"/>
    <dgm:cxn modelId="{A9306434-4284-480A-8367-77B7F89599F4}" srcId="{05FC75D9-11C1-4423-ABCF-61D25EE891CF}" destId="{82983D66-E582-4954-98CF-E92AF5E081EC}" srcOrd="3" destOrd="0" parTransId="{607BE2EB-A06C-44D6-B642-3E1663318ACF}" sibTransId="{874DA169-9667-4979-A74E-A5071C44DB16}"/>
    <dgm:cxn modelId="{5F292736-5A39-4114-B6CA-C8B4C147E771}" srcId="{05FC75D9-11C1-4423-ABCF-61D25EE891CF}" destId="{0A26F3E7-979B-469A-841B-1F5E2929219D}" srcOrd="2" destOrd="0" parTransId="{558572D5-17A7-4A69-A8A1-6932FA9D9E8D}" sibTransId="{B8EE2337-DC0F-47E4-A7A8-EBB9A84FA1F4}"/>
    <dgm:cxn modelId="{70818F3D-11D3-4664-95EA-0AD7B3EAAEE5}" type="presOf" srcId="{0579DEAB-A3D5-4F31-8F38-DC6EA62C37F3}" destId="{BE45B6E7-781D-49A9-884F-DE646677DD4F}" srcOrd="0" destOrd="0" presId="urn:microsoft.com/office/officeart/2005/8/layout/list1"/>
    <dgm:cxn modelId="{EAD2AD46-A41D-4C88-8444-04F4D5249257}" type="presOf" srcId="{0A26F3E7-979B-469A-841B-1F5E2929219D}" destId="{0A905CCE-CD39-47F0-9197-4257020F19AA}" srcOrd="0" destOrd="2" presId="urn:microsoft.com/office/officeart/2005/8/layout/list1"/>
    <dgm:cxn modelId="{F00EB17E-C27D-44D9-8323-7F4C90704D44}" srcId="{05FC75D9-11C1-4423-ABCF-61D25EE891CF}" destId="{70402F7C-F381-414D-BED7-CEFF7139F236}" srcOrd="4" destOrd="0" parTransId="{7FFA13FD-E305-4CC2-B93A-70CE6FAAB16A}" sibTransId="{C050D058-C7B9-4853-8322-AACB6977CD25}"/>
    <dgm:cxn modelId="{10C2D07F-22E1-49AB-A000-9AA3763199D5}" srcId="{05FC75D9-11C1-4423-ABCF-61D25EE891CF}" destId="{5B798193-5CE5-4BF8-9457-AE1F73064F13}" srcOrd="1" destOrd="0" parTransId="{0410AB22-8196-4768-A937-0122E38E6F1C}" sibTransId="{2408229C-2469-47FD-9CD0-FF2AFF8E8F69}"/>
    <dgm:cxn modelId="{630F7087-BB43-4583-9548-AEA27A638703}" type="presOf" srcId="{1FB456F1-1E23-4B08-8A24-8E5FBB77ACB7}" destId="{69C4BFCC-8898-4B6B-8370-5C84B16CCB27}" srcOrd="0" destOrd="0" presId="urn:microsoft.com/office/officeart/2005/8/layout/list1"/>
    <dgm:cxn modelId="{78167587-1436-4D6D-A5F8-3A127BF10045}" type="presOf" srcId="{70402F7C-F381-414D-BED7-CEFF7139F236}" destId="{0A905CCE-CD39-47F0-9197-4257020F19AA}" srcOrd="0" destOrd="4" presId="urn:microsoft.com/office/officeart/2005/8/layout/list1"/>
    <dgm:cxn modelId="{8A89FE90-C9FE-4998-A34E-A47FF1C89DC8}" type="presOf" srcId="{53FF396F-1DCF-4F40-AFF6-56CC6D60DA1B}" destId="{B61ECA15-8BA2-4ABC-9926-41B0C04CBFB5}" srcOrd="0" destOrd="4" presId="urn:microsoft.com/office/officeart/2005/8/layout/list1"/>
    <dgm:cxn modelId="{B54C3196-2E97-42D7-AEB7-A0B0B066AF2D}" srcId="{05FC75D9-11C1-4423-ABCF-61D25EE891CF}" destId="{9B9445A2-18AA-4D10-B8CB-59AA6C44D7B2}" srcOrd="0" destOrd="0" parTransId="{2C286F40-32AE-4968-97F0-FB69B682606E}" sibTransId="{DDBDA2D9-98F8-45A0-8A39-A5F942AB97E6}"/>
    <dgm:cxn modelId="{84BE8E9B-05FD-4608-AD46-06B10B8DB0B4}" type="presOf" srcId="{8C40E72E-A5BC-4374-ACBA-2C89446FA299}" destId="{B61ECA15-8BA2-4ABC-9926-41B0C04CBFB5}" srcOrd="0" destOrd="1" presId="urn:microsoft.com/office/officeart/2005/8/layout/list1"/>
    <dgm:cxn modelId="{B317F29E-071E-44FD-AC55-D2CBFB62A2F5}" type="presOf" srcId="{1FB456F1-1E23-4B08-8A24-8E5FBB77ACB7}" destId="{62A888CE-3356-474A-9A8C-1069F4209AE9}" srcOrd="1" destOrd="0" presId="urn:microsoft.com/office/officeart/2005/8/layout/list1"/>
    <dgm:cxn modelId="{2F268F9F-B010-4C98-BD17-B9198E1D72A6}" type="presOf" srcId="{05FC75D9-11C1-4423-ABCF-61D25EE891CF}" destId="{9EF7C416-6F4B-4E40-95E0-27AE244101AA}" srcOrd="0" destOrd="0" presId="urn:microsoft.com/office/officeart/2005/8/layout/list1"/>
    <dgm:cxn modelId="{3FEB2FA8-0781-420C-AE02-1FDC8CB1F512}" srcId="{1FB456F1-1E23-4B08-8A24-8E5FBB77ACB7}" destId="{7A07BB53-28D4-4D8D-B000-EF0C31700662}" srcOrd="3" destOrd="0" parTransId="{12172D67-A693-410B-93B8-22EE71D090AD}" sibTransId="{E2BD24DA-B170-40BB-9EE0-E5EE1495A5EB}"/>
    <dgm:cxn modelId="{60BCB5AA-FC46-4759-90D3-17244981ECE3}" type="presOf" srcId="{2B5A4E3F-0287-45E2-95E2-594DA6F1BE82}" destId="{B61ECA15-8BA2-4ABC-9926-41B0C04CBFB5}" srcOrd="0" destOrd="5" presId="urn:microsoft.com/office/officeart/2005/8/layout/list1"/>
    <dgm:cxn modelId="{60D8DEAD-0FC9-4F5B-9B38-6770335A3142}" type="presOf" srcId="{82983D66-E582-4954-98CF-E92AF5E081EC}" destId="{0A905CCE-CD39-47F0-9197-4257020F19AA}" srcOrd="0" destOrd="3" presId="urn:microsoft.com/office/officeart/2005/8/layout/list1"/>
    <dgm:cxn modelId="{F9CE19CF-42C1-4912-AA30-BB1542F56450}" srcId="{0579DEAB-A3D5-4F31-8F38-DC6EA62C37F3}" destId="{1FB456F1-1E23-4B08-8A24-8E5FBB77ACB7}" srcOrd="1" destOrd="0" parTransId="{1572361C-2254-4C5E-B030-3D1B46509F0B}" sibTransId="{C61047F3-7312-4495-805F-5A1994833EA7}"/>
    <dgm:cxn modelId="{FB828AD0-CB72-40F7-9CB6-CE56B4512D46}" srcId="{1FB456F1-1E23-4B08-8A24-8E5FBB77ACB7}" destId="{8C40E72E-A5BC-4374-ACBA-2C89446FA299}" srcOrd="1" destOrd="0" parTransId="{AB8F7507-3C8D-4A1F-B622-877DBC47EC7C}" sibTransId="{54E914EA-49AB-4B77-9577-0694AC66C42B}"/>
    <dgm:cxn modelId="{35E4BBD1-DBB0-498F-8D0A-EB0D8BACC728}" type="presOf" srcId="{C6FDA60B-0EED-4240-9480-B3D2857AB166}" destId="{B61ECA15-8BA2-4ABC-9926-41B0C04CBFB5}" srcOrd="0" destOrd="0" presId="urn:microsoft.com/office/officeart/2005/8/layout/list1"/>
    <dgm:cxn modelId="{40C2FEE1-01C2-4EF3-A59D-34CC873DE9C2}" type="presOf" srcId="{9FAD19C2-07C8-4EF1-8F18-96FB0660873F}" destId="{B61ECA15-8BA2-4ABC-9926-41B0C04CBFB5}" srcOrd="0" destOrd="2" presId="urn:microsoft.com/office/officeart/2005/8/layout/list1"/>
    <dgm:cxn modelId="{DFB1EDE8-2B09-4620-942B-A2CE491118BD}" type="presOf" srcId="{A863F10E-DD3F-4270-B0CD-2694710F917C}" destId="{0A905CCE-CD39-47F0-9197-4257020F19AA}" srcOrd="0" destOrd="5" presId="urn:microsoft.com/office/officeart/2005/8/layout/list1"/>
    <dgm:cxn modelId="{63FEA0EA-2105-4D79-93A6-35C74EBE224A}" srcId="{0579DEAB-A3D5-4F31-8F38-DC6EA62C37F3}" destId="{05FC75D9-11C1-4423-ABCF-61D25EE891CF}" srcOrd="0" destOrd="0" parTransId="{8BAAF18C-EC69-4A33-A280-3D85DAA07B0F}" sibTransId="{FC491D2F-4CDD-4BFF-B5C2-49C3314A7B23}"/>
    <dgm:cxn modelId="{AA8720EE-28E6-42F5-B610-D4FBD553AE7D}" srcId="{1FB456F1-1E23-4B08-8A24-8E5FBB77ACB7}" destId="{9FAD19C2-07C8-4EF1-8F18-96FB0660873F}" srcOrd="2" destOrd="0" parTransId="{CEA6D4F8-E68A-4A71-989C-037DC6FCD405}" sibTransId="{0026107A-12DF-4E05-872C-A9C20D3D27A6}"/>
    <dgm:cxn modelId="{DADF78EF-548C-441E-A585-4E78839CFE11}" srcId="{1FB456F1-1E23-4B08-8A24-8E5FBB77ACB7}" destId="{53FF396F-1DCF-4F40-AFF6-56CC6D60DA1B}" srcOrd="4" destOrd="0" parTransId="{EDA5F1AD-B96D-46CA-9CD7-BB68AE1B8CEF}" sibTransId="{E85B5B75-111F-41D5-B29C-B75BB561BA95}"/>
    <dgm:cxn modelId="{700881F8-65FF-4581-9C56-72D352B606AC}" type="presOf" srcId="{9B9445A2-18AA-4D10-B8CB-59AA6C44D7B2}" destId="{0A905CCE-CD39-47F0-9197-4257020F19AA}" srcOrd="0" destOrd="0" presId="urn:microsoft.com/office/officeart/2005/8/layout/list1"/>
    <dgm:cxn modelId="{E8A0933E-A174-42F0-A365-BC00FFB2C54C}" type="presParOf" srcId="{BE45B6E7-781D-49A9-884F-DE646677DD4F}" destId="{4352F0A1-88FD-4EBC-8EB6-459F2F2EBE96}" srcOrd="0" destOrd="0" presId="urn:microsoft.com/office/officeart/2005/8/layout/list1"/>
    <dgm:cxn modelId="{A36EAF39-DECF-40E7-BA43-6402F6B2B254}" type="presParOf" srcId="{4352F0A1-88FD-4EBC-8EB6-459F2F2EBE96}" destId="{9EF7C416-6F4B-4E40-95E0-27AE244101AA}" srcOrd="0" destOrd="0" presId="urn:microsoft.com/office/officeart/2005/8/layout/list1"/>
    <dgm:cxn modelId="{9C743084-E057-4A9D-9EF8-FB86183989EA}" type="presParOf" srcId="{4352F0A1-88FD-4EBC-8EB6-459F2F2EBE96}" destId="{13378683-6452-4430-8EE0-302D7E5CD18C}" srcOrd="1" destOrd="0" presId="urn:microsoft.com/office/officeart/2005/8/layout/list1"/>
    <dgm:cxn modelId="{626A1BC3-6D1F-4F26-ADA3-4CA85DAA2C86}" type="presParOf" srcId="{BE45B6E7-781D-49A9-884F-DE646677DD4F}" destId="{24F6B5CC-B946-4FD2-8CB1-94AF9B090C03}" srcOrd="1" destOrd="0" presId="urn:microsoft.com/office/officeart/2005/8/layout/list1"/>
    <dgm:cxn modelId="{88BC6C7C-4049-4BCF-A0FA-5C424B919F2D}" type="presParOf" srcId="{BE45B6E7-781D-49A9-884F-DE646677DD4F}" destId="{0A905CCE-CD39-47F0-9197-4257020F19AA}" srcOrd="2" destOrd="0" presId="urn:microsoft.com/office/officeart/2005/8/layout/list1"/>
    <dgm:cxn modelId="{15BCC26B-23C1-400F-9ECE-F76624EFA54F}" type="presParOf" srcId="{BE45B6E7-781D-49A9-884F-DE646677DD4F}" destId="{82A4D492-FCA6-4078-BBF8-1A78E43E7E8B}" srcOrd="3" destOrd="0" presId="urn:microsoft.com/office/officeart/2005/8/layout/list1"/>
    <dgm:cxn modelId="{034BDD7E-B2C3-4CA2-9C5A-B4E88B9D2039}" type="presParOf" srcId="{BE45B6E7-781D-49A9-884F-DE646677DD4F}" destId="{2E1FAD36-DDCE-4002-9BE4-4F90D5B6D9EC}" srcOrd="4" destOrd="0" presId="urn:microsoft.com/office/officeart/2005/8/layout/list1"/>
    <dgm:cxn modelId="{CA24D095-90D8-497C-A285-5C1FC5574C55}" type="presParOf" srcId="{2E1FAD36-DDCE-4002-9BE4-4F90D5B6D9EC}" destId="{69C4BFCC-8898-4B6B-8370-5C84B16CCB27}" srcOrd="0" destOrd="0" presId="urn:microsoft.com/office/officeart/2005/8/layout/list1"/>
    <dgm:cxn modelId="{D07D492F-7A04-4D93-905E-A5C27B13FE23}" type="presParOf" srcId="{2E1FAD36-DDCE-4002-9BE4-4F90D5B6D9EC}" destId="{62A888CE-3356-474A-9A8C-1069F4209AE9}" srcOrd="1" destOrd="0" presId="urn:microsoft.com/office/officeart/2005/8/layout/list1"/>
    <dgm:cxn modelId="{351582E0-36EC-4F4D-80CB-3CAA45587EB0}" type="presParOf" srcId="{BE45B6E7-781D-49A9-884F-DE646677DD4F}" destId="{081A3954-4CEC-428F-930A-D8674F25D3E3}" srcOrd="5" destOrd="0" presId="urn:microsoft.com/office/officeart/2005/8/layout/list1"/>
    <dgm:cxn modelId="{0F66CC3A-190F-4517-A0DC-0E69EF215E40}" type="presParOf" srcId="{BE45B6E7-781D-49A9-884F-DE646677DD4F}" destId="{B61ECA15-8BA2-4ABC-9926-41B0C04CBFB5}"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74E6E8-840D-4A99-AC6E-92216E1D765C}"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EA70419-43AE-4B5D-B110-830AFC7D4A60}">
      <dgm:prSet/>
      <dgm:spPr/>
      <dgm:t>
        <a:bodyPr/>
        <a:lstStyle/>
        <a:p>
          <a:pPr>
            <a:lnSpc>
              <a:spcPct val="100000"/>
            </a:lnSpc>
            <a:defRPr b="1"/>
          </a:pPr>
          <a:r>
            <a:rPr lang="en-US"/>
            <a:t>Ownership: From Bank owned to different ownership models</a:t>
          </a:r>
        </a:p>
      </dgm:t>
    </dgm:pt>
    <dgm:pt modelId="{78B9AD9C-CB8F-45DF-93B6-82A5EB2D2EC2}" type="parTrans" cxnId="{A487C19A-3764-4E86-B6BA-D607194800D2}">
      <dgm:prSet/>
      <dgm:spPr/>
      <dgm:t>
        <a:bodyPr/>
        <a:lstStyle/>
        <a:p>
          <a:endParaRPr lang="en-US"/>
        </a:p>
      </dgm:t>
    </dgm:pt>
    <dgm:pt modelId="{DCDF65FE-5D6D-47E7-88E5-50F31C5A51CD}" type="sibTrans" cxnId="{A487C19A-3764-4E86-B6BA-D607194800D2}">
      <dgm:prSet/>
      <dgm:spPr/>
      <dgm:t>
        <a:bodyPr/>
        <a:lstStyle/>
        <a:p>
          <a:endParaRPr lang="en-US"/>
        </a:p>
      </dgm:t>
    </dgm:pt>
    <dgm:pt modelId="{BFD8C9A2-E74A-4A4C-A2A2-F52BA42A3FC5}">
      <dgm:prSet/>
      <dgm:spPr/>
      <dgm:t>
        <a:bodyPr/>
        <a:lstStyle/>
        <a:p>
          <a:pPr>
            <a:lnSpc>
              <a:spcPct val="100000"/>
            </a:lnSpc>
            <a:defRPr b="1"/>
          </a:pPr>
          <a:r>
            <a:rPr lang="en-US"/>
            <a:t>Regulations</a:t>
          </a:r>
        </a:p>
      </dgm:t>
    </dgm:pt>
    <dgm:pt modelId="{4062586A-BAEC-4231-97D9-608679807C8F}" type="parTrans" cxnId="{7DD1C6AF-6415-48AC-8B6B-4598915E5619}">
      <dgm:prSet/>
      <dgm:spPr/>
      <dgm:t>
        <a:bodyPr/>
        <a:lstStyle/>
        <a:p>
          <a:endParaRPr lang="en-US"/>
        </a:p>
      </dgm:t>
    </dgm:pt>
    <dgm:pt modelId="{A41FF781-21A4-4565-A022-2474F3EFA4F9}" type="sibTrans" cxnId="{7DD1C6AF-6415-48AC-8B6B-4598915E5619}">
      <dgm:prSet/>
      <dgm:spPr/>
      <dgm:t>
        <a:bodyPr/>
        <a:lstStyle/>
        <a:p>
          <a:endParaRPr lang="en-US"/>
        </a:p>
      </dgm:t>
    </dgm:pt>
    <dgm:pt modelId="{FA46CF31-4946-42FB-9895-E64D6737107E}">
      <dgm:prSet/>
      <dgm:spPr/>
      <dgm:t>
        <a:bodyPr/>
        <a:lstStyle/>
        <a:p>
          <a:pPr>
            <a:lnSpc>
              <a:spcPct val="100000"/>
            </a:lnSpc>
          </a:pPr>
          <a:r>
            <a:rPr lang="en-US"/>
            <a:t>Private System Rules</a:t>
          </a:r>
        </a:p>
      </dgm:t>
    </dgm:pt>
    <dgm:pt modelId="{6A93F00A-7225-4958-A7D6-7F043B629618}" type="parTrans" cxnId="{6E74CCCD-C3CF-44FC-BE87-E960EC4F58CE}">
      <dgm:prSet/>
      <dgm:spPr/>
      <dgm:t>
        <a:bodyPr/>
        <a:lstStyle/>
        <a:p>
          <a:endParaRPr lang="en-US"/>
        </a:p>
      </dgm:t>
    </dgm:pt>
    <dgm:pt modelId="{578AF0FB-9926-481E-B2A5-A5C6C63DA9B9}" type="sibTrans" cxnId="{6E74CCCD-C3CF-44FC-BE87-E960EC4F58CE}">
      <dgm:prSet/>
      <dgm:spPr/>
      <dgm:t>
        <a:bodyPr/>
        <a:lstStyle/>
        <a:p>
          <a:endParaRPr lang="en-US"/>
        </a:p>
      </dgm:t>
    </dgm:pt>
    <dgm:pt modelId="{9BA491A7-0430-4A0F-95A9-C219F28C7CB3}">
      <dgm:prSet/>
      <dgm:spPr/>
      <dgm:t>
        <a:bodyPr/>
        <a:lstStyle/>
        <a:p>
          <a:pPr>
            <a:lnSpc>
              <a:spcPct val="100000"/>
            </a:lnSpc>
          </a:pPr>
          <a:r>
            <a:rPr lang="en-US"/>
            <a:t>US Law and Federal Reserve Bank Regulation</a:t>
          </a:r>
        </a:p>
      </dgm:t>
    </dgm:pt>
    <dgm:pt modelId="{764CD8D9-5723-4277-A55C-565B2F6105C1}" type="parTrans" cxnId="{CC782C39-BBD3-4CC0-A420-7702809CA4FC}">
      <dgm:prSet/>
      <dgm:spPr/>
      <dgm:t>
        <a:bodyPr/>
        <a:lstStyle/>
        <a:p>
          <a:endParaRPr lang="en-US"/>
        </a:p>
      </dgm:t>
    </dgm:pt>
    <dgm:pt modelId="{75FDD476-17B7-448C-8D43-44024B329A6C}" type="sibTrans" cxnId="{CC782C39-BBD3-4CC0-A420-7702809CA4FC}">
      <dgm:prSet/>
      <dgm:spPr/>
      <dgm:t>
        <a:bodyPr/>
        <a:lstStyle/>
        <a:p>
          <a:endParaRPr lang="en-US"/>
        </a:p>
      </dgm:t>
    </dgm:pt>
    <dgm:pt modelId="{49C2403F-C915-421D-AE82-0D451CFDD531}" type="pres">
      <dgm:prSet presAssocID="{6574E6E8-840D-4A99-AC6E-92216E1D765C}" presName="root" presStyleCnt="0">
        <dgm:presLayoutVars>
          <dgm:dir/>
          <dgm:resizeHandles val="exact"/>
        </dgm:presLayoutVars>
      </dgm:prSet>
      <dgm:spPr/>
    </dgm:pt>
    <dgm:pt modelId="{7FA1D93D-C127-4290-8CCF-33534061D395}" type="pres">
      <dgm:prSet presAssocID="{AEA70419-43AE-4B5D-B110-830AFC7D4A60}" presName="compNode" presStyleCnt="0"/>
      <dgm:spPr/>
    </dgm:pt>
    <dgm:pt modelId="{C8560E7A-617A-4CD3-BBBF-1B8A6DC17660}" type="pres">
      <dgm:prSet presAssocID="{AEA70419-43AE-4B5D-B110-830AFC7D4A6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EE2D2BBF-4A99-435C-B0D0-EDB3DA439C2F}" type="pres">
      <dgm:prSet presAssocID="{AEA70419-43AE-4B5D-B110-830AFC7D4A60}" presName="iconSpace" presStyleCnt="0"/>
      <dgm:spPr/>
    </dgm:pt>
    <dgm:pt modelId="{053534EE-29DD-4A05-8E13-69301773E59B}" type="pres">
      <dgm:prSet presAssocID="{AEA70419-43AE-4B5D-B110-830AFC7D4A60}" presName="parTx" presStyleLbl="revTx" presStyleIdx="0" presStyleCnt="4">
        <dgm:presLayoutVars>
          <dgm:chMax val="0"/>
          <dgm:chPref val="0"/>
        </dgm:presLayoutVars>
      </dgm:prSet>
      <dgm:spPr/>
    </dgm:pt>
    <dgm:pt modelId="{67A17A84-9C48-4BD2-8B37-11F278EB5CE7}" type="pres">
      <dgm:prSet presAssocID="{AEA70419-43AE-4B5D-B110-830AFC7D4A60}" presName="txSpace" presStyleCnt="0"/>
      <dgm:spPr/>
    </dgm:pt>
    <dgm:pt modelId="{EF280629-5F56-4F60-8E63-6643C65128DC}" type="pres">
      <dgm:prSet presAssocID="{AEA70419-43AE-4B5D-B110-830AFC7D4A60}" presName="desTx" presStyleLbl="revTx" presStyleIdx="1" presStyleCnt="4">
        <dgm:presLayoutVars/>
      </dgm:prSet>
      <dgm:spPr/>
    </dgm:pt>
    <dgm:pt modelId="{F9D392EE-B9EE-45BC-A15E-0E08C44EC75B}" type="pres">
      <dgm:prSet presAssocID="{DCDF65FE-5D6D-47E7-88E5-50F31C5A51CD}" presName="sibTrans" presStyleCnt="0"/>
      <dgm:spPr/>
    </dgm:pt>
    <dgm:pt modelId="{BF288256-EA91-4089-A58C-E68B5B7A422A}" type="pres">
      <dgm:prSet presAssocID="{BFD8C9A2-E74A-4A4C-A2A2-F52BA42A3FC5}" presName="compNode" presStyleCnt="0"/>
      <dgm:spPr/>
    </dgm:pt>
    <dgm:pt modelId="{A4E9236B-C6A7-48FB-A045-26E83C9241F0}" type="pres">
      <dgm:prSet presAssocID="{BFD8C9A2-E74A-4A4C-A2A2-F52BA42A3FC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vel"/>
        </a:ext>
      </dgm:extLst>
    </dgm:pt>
    <dgm:pt modelId="{6F6010CE-D042-47EF-9237-F217D98A9431}" type="pres">
      <dgm:prSet presAssocID="{BFD8C9A2-E74A-4A4C-A2A2-F52BA42A3FC5}" presName="iconSpace" presStyleCnt="0"/>
      <dgm:spPr/>
    </dgm:pt>
    <dgm:pt modelId="{0DAA2BD5-A3B1-4DE0-9A01-3CEC82BB6A4D}" type="pres">
      <dgm:prSet presAssocID="{BFD8C9A2-E74A-4A4C-A2A2-F52BA42A3FC5}" presName="parTx" presStyleLbl="revTx" presStyleIdx="2" presStyleCnt="4">
        <dgm:presLayoutVars>
          <dgm:chMax val="0"/>
          <dgm:chPref val="0"/>
        </dgm:presLayoutVars>
      </dgm:prSet>
      <dgm:spPr/>
    </dgm:pt>
    <dgm:pt modelId="{3E1E2F63-D6F2-4901-A4C7-79E700F7BB11}" type="pres">
      <dgm:prSet presAssocID="{BFD8C9A2-E74A-4A4C-A2A2-F52BA42A3FC5}" presName="txSpace" presStyleCnt="0"/>
      <dgm:spPr/>
    </dgm:pt>
    <dgm:pt modelId="{8DA8F483-B31E-4E37-8F39-333F5D9D7963}" type="pres">
      <dgm:prSet presAssocID="{BFD8C9A2-E74A-4A4C-A2A2-F52BA42A3FC5}" presName="desTx" presStyleLbl="revTx" presStyleIdx="3" presStyleCnt="4">
        <dgm:presLayoutVars/>
      </dgm:prSet>
      <dgm:spPr/>
    </dgm:pt>
  </dgm:ptLst>
  <dgm:cxnLst>
    <dgm:cxn modelId="{FC1E2F04-FCEE-4992-9CBD-563551302B2E}" type="presOf" srcId="{9BA491A7-0430-4A0F-95A9-C219F28C7CB3}" destId="{8DA8F483-B31E-4E37-8F39-333F5D9D7963}" srcOrd="0" destOrd="1" presId="urn:microsoft.com/office/officeart/2018/5/layout/CenteredIconLabelDescriptionList"/>
    <dgm:cxn modelId="{CC782C39-BBD3-4CC0-A420-7702809CA4FC}" srcId="{BFD8C9A2-E74A-4A4C-A2A2-F52BA42A3FC5}" destId="{9BA491A7-0430-4A0F-95A9-C219F28C7CB3}" srcOrd="1" destOrd="0" parTransId="{764CD8D9-5723-4277-A55C-565B2F6105C1}" sibTransId="{75FDD476-17B7-448C-8D43-44024B329A6C}"/>
    <dgm:cxn modelId="{82ECE087-D274-4488-BA9A-714CE6277AA7}" type="presOf" srcId="{FA46CF31-4946-42FB-9895-E64D6737107E}" destId="{8DA8F483-B31E-4E37-8F39-333F5D9D7963}" srcOrd="0" destOrd="0" presId="urn:microsoft.com/office/officeart/2018/5/layout/CenteredIconLabelDescriptionList"/>
    <dgm:cxn modelId="{FAB3F298-A630-415F-9024-6125FBD77AF5}" type="presOf" srcId="{6574E6E8-840D-4A99-AC6E-92216E1D765C}" destId="{49C2403F-C915-421D-AE82-0D451CFDD531}" srcOrd="0" destOrd="0" presId="urn:microsoft.com/office/officeart/2018/5/layout/CenteredIconLabelDescriptionList"/>
    <dgm:cxn modelId="{A487C19A-3764-4E86-B6BA-D607194800D2}" srcId="{6574E6E8-840D-4A99-AC6E-92216E1D765C}" destId="{AEA70419-43AE-4B5D-B110-830AFC7D4A60}" srcOrd="0" destOrd="0" parTransId="{78B9AD9C-CB8F-45DF-93B6-82A5EB2D2EC2}" sibTransId="{DCDF65FE-5D6D-47E7-88E5-50F31C5A51CD}"/>
    <dgm:cxn modelId="{7DD1C6AF-6415-48AC-8B6B-4598915E5619}" srcId="{6574E6E8-840D-4A99-AC6E-92216E1D765C}" destId="{BFD8C9A2-E74A-4A4C-A2A2-F52BA42A3FC5}" srcOrd="1" destOrd="0" parTransId="{4062586A-BAEC-4231-97D9-608679807C8F}" sibTransId="{A41FF781-21A4-4565-A022-2474F3EFA4F9}"/>
    <dgm:cxn modelId="{6E74CCCD-C3CF-44FC-BE87-E960EC4F58CE}" srcId="{BFD8C9A2-E74A-4A4C-A2A2-F52BA42A3FC5}" destId="{FA46CF31-4946-42FB-9895-E64D6737107E}" srcOrd="0" destOrd="0" parTransId="{6A93F00A-7225-4958-A7D6-7F043B629618}" sibTransId="{578AF0FB-9926-481E-B2A5-A5C6C63DA9B9}"/>
    <dgm:cxn modelId="{A2388FCE-9902-4EA7-96E2-A0DCE49365B5}" type="presOf" srcId="{BFD8C9A2-E74A-4A4C-A2A2-F52BA42A3FC5}" destId="{0DAA2BD5-A3B1-4DE0-9A01-3CEC82BB6A4D}" srcOrd="0" destOrd="0" presId="urn:microsoft.com/office/officeart/2018/5/layout/CenteredIconLabelDescriptionList"/>
    <dgm:cxn modelId="{0EFFC3EA-5E94-4D99-83EF-28B9FFD65E75}" type="presOf" srcId="{AEA70419-43AE-4B5D-B110-830AFC7D4A60}" destId="{053534EE-29DD-4A05-8E13-69301773E59B}" srcOrd="0" destOrd="0" presId="urn:microsoft.com/office/officeart/2018/5/layout/CenteredIconLabelDescriptionList"/>
    <dgm:cxn modelId="{39F8A40A-3097-4826-B299-C37F7590ADD9}" type="presParOf" srcId="{49C2403F-C915-421D-AE82-0D451CFDD531}" destId="{7FA1D93D-C127-4290-8CCF-33534061D395}" srcOrd="0" destOrd="0" presId="urn:microsoft.com/office/officeart/2018/5/layout/CenteredIconLabelDescriptionList"/>
    <dgm:cxn modelId="{92DE6446-8C39-479F-A541-01FC66497884}" type="presParOf" srcId="{7FA1D93D-C127-4290-8CCF-33534061D395}" destId="{C8560E7A-617A-4CD3-BBBF-1B8A6DC17660}" srcOrd="0" destOrd="0" presId="urn:microsoft.com/office/officeart/2018/5/layout/CenteredIconLabelDescriptionList"/>
    <dgm:cxn modelId="{6541B1E1-4BD7-4087-9F49-73CDBF8BB74A}" type="presParOf" srcId="{7FA1D93D-C127-4290-8CCF-33534061D395}" destId="{EE2D2BBF-4A99-435C-B0D0-EDB3DA439C2F}" srcOrd="1" destOrd="0" presId="urn:microsoft.com/office/officeart/2018/5/layout/CenteredIconLabelDescriptionList"/>
    <dgm:cxn modelId="{946191C0-5FFE-4391-9CFB-C393441A606E}" type="presParOf" srcId="{7FA1D93D-C127-4290-8CCF-33534061D395}" destId="{053534EE-29DD-4A05-8E13-69301773E59B}" srcOrd="2" destOrd="0" presId="urn:microsoft.com/office/officeart/2018/5/layout/CenteredIconLabelDescriptionList"/>
    <dgm:cxn modelId="{DB70B176-6F3E-48C7-904C-F10560153613}" type="presParOf" srcId="{7FA1D93D-C127-4290-8CCF-33534061D395}" destId="{67A17A84-9C48-4BD2-8B37-11F278EB5CE7}" srcOrd="3" destOrd="0" presId="urn:microsoft.com/office/officeart/2018/5/layout/CenteredIconLabelDescriptionList"/>
    <dgm:cxn modelId="{029498EF-932E-4181-AC88-5C95024F63AF}" type="presParOf" srcId="{7FA1D93D-C127-4290-8CCF-33534061D395}" destId="{EF280629-5F56-4F60-8E63-6643C65128DC}" srcOrd="4" destOrd="0" presId="urn:microsoft.com/office/officeart/2018/5/layout/CenteredIconLabelDescriptionList"/>
    <dgm:cxn modelId="{EA6C9122-5F01-4A27-841E-6D5E1195B5E2}" type="presParOf" srcId="{49C2403F-C915-421D-AE82-0D451CFDD531}" destId="{F9D392EE-B9EE-45BC-A15E-0E08C44EC75B}" srcOrd="1" destOrd="0" presId="urn:microsoft.com/office/officeart/2018/5/layout/CenteredIconLabelDescriptionList"/>
    <dgm:cxn modelId="{130F3065-2A6B-42D8-BFCF-855CE614FA45}" type="presParOf" srcId="{49C2403F-C915-421D-AE82-0D451CFDD531}" destId="{BF288256-EA91-4089-A58C-E68B5B7A422A}" srcOrd="2" destOrd="0" presId="urn:microsoft.com/office/officeart/2018/5/layout/CenteredIconLabelDescriptionList"/>
    <dgm:cxn modelId="{39759C93-046D-4E97-A4C7-90723491759C}" type="presParOf" srcId="{BF288256-EA91-4089-A58C-E68B5B7A422A}" destId="{A4E9236B-C6A7-48FB-A045-26E83C9241F0}" srcOrd="0" destOrd="0" presId="urn:microsoft.com/office/officeart/2018/5/layout/CenteredIconLabelDescriptionList"/>
    <dgm:cxn modelId="{22777408-09CF-440B-B6FD-CC707B1FED5B}" type="presParOf" srcId="{BF288256-EA91-4089-A58C-E68B5B7A422A}" destId="{6F6010CE-D042-47EF-9237-F217D98A9431}" srcOrd="1" destOrd="0" presId="urn:microsoft.com/office/officeart/2018/5/layout/CenteredIconLabelDescriptionList"/>
    <dgm:cxn modelId="{974D9FA9-A62C-4075-8D37-FF39EC574442}" type="presParOf" srcId="{BF288256-EA91-4089-A58C-E68B5B7A422A}" destId="{0DAA2BD5-A3B1-4DE0-9A01-3CEC82BB6A4D}" srcOrd="2" destOrd="0" presId="urn:microsoft.com/office/officeart/2018/5/layout/CenteredIconLabelDescriptionList"/>
    <dgm:cxn modelId="{718E94ED-388D-4D77-B470-A8664F336D14}" type="presParOf" srcId="{BF288256-EA91-4089-A58C-E68B5B7A422A}" destId="{3E1E2F63-D6F2-4901-A4C7-79E700F7BB11}" srcOrd="3" destOrd="0" presId="urn:microsoft.com/office/officeart/2018/5/layout/CenteredIconLabelDescriptionList"/>
    <dgm:cxn modelId="{6889C742-F74E-4BED-B8A1-1B6E20BE5B0B}" type="presParOf" srcId="{BF288256-EA91-4089-A58C-E68B5B7A422A}" destId="{8DA8F483-B31E-4E37-8F39-333F5D9D7963}"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41D6A71-2E57-4005-B3B1-0DFA19DE054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56833B58-0A6A-4586-AF9C-DA83086EBDB9}">
      <dgm:prSet/>
      <dgm:spPr/>
      <dgm:t>
        <a:bodyPr/>
        <a:lstStyle/>
        <a:p>
          <a:pPr>
            <a:defRPr b="1"/>
          </a:pPr>
          <a:r>
            <a:rPr lang="en-US"/>
            <a:t>Primary</a:t>
          </a:r>
        </a:p>
      </dgm:t>
    </dgm:pt>
    <dgm:pt modelId="{51AC6240-EE8F-4562-B2A5-FA9F14BC50DC}" type="parTrans" cxnId="{B5B37259-0D68-477B-8417-5600AF9254A7}">
      <dgm:prSet/>
      <dgm:spPr/>
      <dgm:t>
        <a:bodyPr/>
        <a:lstStyle/>
        <a:p>
          <a:endParaRPr lang="en-US"/>
        </a:p>
      </dgm:t>
    </dgm:pt>
    <dgm:pt modelId="{3F388DF4-9AA1-4A7E-88E8-3EE04947129E}" type="sibTrans" cxnId="{B5B37259-0D68-477B-8417-5600AF9254A7}">
      <dgm:prSet/>
      <dgm:spPr/>
      <dgm:t>
        <a:bodyPr/>
        <a:lstStyle/>
        <a:p>
          <a:endParaRPr lang="en-US"/>
        </a:p>
      </dgm:t>
    </dgm:pt>
    <dgm:pt modelId="{CF5233F7-9007-4166-918E-4F3FFD82F6D8}">
      <dgm:prSet/>
      <dgm:spPr/>
      <dgm:t>
        <a:bodyPr/>
        <a:lstStyle/>
        <a:p>
          <a:r>
            <a:rPr lang="en-US"/>
            <a:t>Credit Risk</a:t>
          </a:r>
        </a:p>
      </dgm:t>
    </dgm:pt>
    <dgm:pt modelId="{41148C95-ACA9-4CB3-AB35-88915ED1579F}" type="parTrans" cxnId="{8305803E-A4D3-4B17-A5DC-DCBC83FBB89B}">
      <dgm:prSet/>
      <dgm:spPr/>
      <dgm:t>
        <a:bodyPr/>
        <a:lstStyle/>
        <a:p>
          <a:endParaRPr lang="en-US"/>
        </a:p>
      </dgm:t>
    </dgm:pt>
    <dgm:pt modelId="{5104A78D-C61B-48BF-BEDE-703FD418CE37}" type="sibTrans" cxnId="{8305803E-A4D3-4B17-A5DC-DCBC83FBB89B}">
      <dgm:prSet/>
      <dgm:spPr/>
      <dgm:t>
        <a:bodyPr/>
        <a:lstStyle/>
        <a:p>
          <a:endParaRPr lang="en-US"/>
        </a:p>
      </dgm:t>
    </dgm:pt>
    <dgm:pt modelId="{4AF951B8-5C03-4209-AC0E-4F3B90D8A7F9}">
      <dgm:prSet/>
      <dgm:spPr/>
      <dgm:t>
        <a:bodyPr/>
        <a:lstStyle/>
        <a:p>
          <a:r>
            <a:rPr lang="en-US"/>
            <a:t>Fraud Risk</a:t>
          </a:r>
        </a:p>
      </dgm:t>
    </dgm:pt>
    <dgm:pt modelId="{5F3C300F-DE2D-4274-B8D9-F1AEBDC365D6}" type="parTrans" cxnId="{F3BEB66C-1AE7-4983-9E99-5D7C1D0B5096}">
      <dgm:prSet/>
      <dgm:spPr/>
      <dgm:t>
        <a:bodyPr/>
        <a:lstStyle/>
        <a:p>
          <a:endParaRPr lang="en-US"/>
        </a:p>
      </dgm:t>
    </dgm:pt>
    <dgm:pt modelId="{ED86A0FC-21A4-4D57-9A67-FC8BAEF6B8B6}" type="sibTrans" cxnId="{F3BEB66C-1AE7-4983-9E99-5D7C1D0B5096}">
      <dgm:prSet/>
      <dgm:spPr/>
      <dgm:t>
        <a:bodyPr/>
        <a:lstStyle/>
        <a:p>
          <a:endParaRPr lang="en-US"/>
        </a:p>
      </dgm:t>
    </dgm:pt>
    <dgm:pt modelId="{4B70DD6B-DD45-45EB-924A-135035978C78}">
      <dgm:prSet/>
      <dgm:spPr/>
      <dgm:t>
        <a:bodyPr/>
        <a:lstStyle/>
        <a:p>
          <a:r>
            <a:rPr lang="en-US"/>
            <a:t>Liquidity Risk</a:t>
          </a:r>
        </a:p>
      </dgm:t>
    </dgm:pt>
    <dgm:pt modelId="{124CAB09-93DB-4D80-9B82-F332EB6BC41C}" type="parTrans" cxnId="{AFC6E743-4C5E-4441-A91E-70937977B60E}">
      <dgm:prSet/>
      <dgm:spPr/>
      <dgm:t>
        <a:bodyPr/>
        <a:lstStyle/>
        <a:p>
          <a:endParaRPr lang="en-US"/>
        </a:p>
      </dgm:t>
    </dgm:pt>
    <dgm:pt modelId="{54376C1B-3267-47E8-9EF5-B0CC48F4C6E5}" type="sibTrans" cxnId="{AFC6E743-4C5E-4441-A91E-70937977B60E}">
      <dgm:prSet/>
      <dgm:spPr/>
      <dgm:t>
        <a:bodyPr/>
        <a:lstStyle/>
        <a:p>
          <a:endParaRPr lang="en-US"/>
        </a:p>
      </dgm:t>
    </dgm:pt>
    <dgm:pt modelId="{4AC6C766-A4CD-4654-92F7-017CEE042477}">
      <dgm:prSet/>
      <dgm:spPr/>
      <dgm:t>
        <a:bodyPr/>
        <a:lstStyle/>
        <a:p>
          <a:pPr>
            <a:defRPr b="1"/>
          </a:pPr>
          <a:r>
            <a:rPr lang="en-US"/>
            <a:t>Secondary</a:t>
          </a:r>
        </a:p>
      </dgm:t>
    </dgm:pt>
    <dgm:pt modelId="{88B652C5-41A9-4437-B7A3-8B82A252AB1B}" type="parTrans" cxnId="{C56B65AE-627E-4B2C-913A-6B9615F92CE6}">
      <dgm:prSet/>
      <dgm:spPr/>
      <dgm:t>
        <a:bodyPr/>
        <a:lstStyle/>
        <a:p>
          <a:endParaRPr lang="en-US"/>
        </a:p>
      </dgm:t>
    </dgm:pt>
    <dgm:pt modelId="{6878AA6C-C21A-4BFB-BA93-6AA927717787}" type="sibTrans" cxnId="{C56B65AE-627E-4B2C-913A-6B9615F92CE6}">
      <dgm:prSet/>
      <dgm:spPr/>
      <dgm:t>
        <a:bodyPr/>
        <a:lstStyle/>
        <a:p>
          <a:endParaRPr lang="en-US"/>
        </a:p>
      </dgm:t>
    </dgm:pt>
    <dgm:pt modelId="{63D1AFF7-2C47-4892-9F36-3B0E63FC4216}">
      <dgm:prSet/>
      <dgm:spPr/>
      <dgm:t>
        <a:bodyPr/>
        <a:lstStyle/>
        <a:p>
          <a:r>
            <a:rPr lang="en-US"/>
            <a:t>Operational Risk</a:t>
          </a:r>
        </a:p>
      </dgm:t>
    </dgm:pt>
    <dgm:pt modelId="{FC4409BA-CF2F-4FED-82E5-2B6430E726A8}" type="parTrans" cxnId="{649EA590-0BB7-478A-ABA1-EE3C9D9A3B44}">
      <dgm:prSet/>
      <dgm:spPr/>
      <dgm:t>
        <a:bodyPr/>
        <a:lstStyle/>
        <a:p>
          <a:endParaRPr lang="en-US"/>
        </a:p>
      </dgm:t>
    </dgm:pt>
    <dgm:pt modelId="{628A5271-6E18-4CF7-AAE6-4C794B7E5B6E}" type="sibTrans" cxnId="{649EA590-0BB7-478A-ABA1-EE3C9D9A3B44}">
      <dgm:prSet/>
      <dgm:spPr/>
      <dgm:t>
        <a:bodyPr/>
        <a:lstStyle/>
        <a:p>
          <a:endParaRPr lang="en-US"/>
        </a:p>
      </dgm:t>
    </dgm:pt>
    <dgm:pt modelId="{C41A6D65-00EE-4886-AB8D-492195DEFD29}">
      <dgm:prSet/>
      <dgm:spPr/>
      <dgm:t>
        <a:bodyPr/>
        <a:lstStyle/>
        <a:p>
          <a:r>
            <a:rPr lang="en-US"/>
            <a:t>Data Security Risk</a:t>
          </a:r>
        </a:p>
      </dgm:t>
    </dgm:pt>
    <dgm:pt modelId="{D97565E2-132F-4889-AE19-E143D6CB014F}" type="parTrans" cxnId="{D4763432-D99C-4234-BEC1-4CCC61C34446}">
      <dgm:prSet/>
      <dgm:spPr/>
      <dgm:t>
        <a:bodyPr/>
        <a:lstStyle/>
        <a:p>
          <a:endParaRPr lang="en-US"/>
        </a:p>
      </dgm:t>
    </dgm:pt>
    <dgm:pt modelId="{D9B42741-26A8-4F35-B78D-C1E8C047E166}" type="sibTrans" cxnId="{D4763432-D99C-4234-BEC1-4CCC61C34446}">
      <dgm:prSet/>
      <dgm:spPr/>
      <dgm:t>
        <a:bodyPr/>
        <a:lstStyle/>
        <a:p>
          <a:endParaRPr lang="en-US"/>
        </a:p>
      </dgm:t>
    </dgm:pt>
    <dgm:pt modelId="{85369892-D70C-41FF-ACED-583F576B7C4B}">
      <dgm:prSet/>
      <dgm:spPr/>
      <dgm:t>
        <a:bodyPr/>
        <a:lstStyle/>
        <a:p>
          <a:r>
            <a:rPr lang="en-US"/>
            <a:t>Reputation Risk</a:t>
          </a:r>
        </a:p>
      </dgm:t>
    </dgm:pt>
    <dgm:pt modelId="{8A2AF611-A78D-42CD-BC39-324330F9F1DE}" type="parTrans" cxnId="{5DB6AC73-40C0-468B-889F-F4E980ACA047}">
      <dgm:prSet/>
      <dgm:spPr/>
      <dgm:t>
        <a:bodyPr/>
        <a:lstStyle/>
        <a:p>
          <a:endParaRPr lang="en-US"/>
        </a:p>
      </dgm:t>
    </dgm:pt>
    <dgm:pt modelId="{656BF673-C2E9-4DB1-A1BB-C89FA9CEC9EE}" type="sibTrans" cxnId="{5DB6AC73-40C0-468B-889F-F4E980ACA047}">
      <dgm:prSet/>
      <dgm:spPr/>
      <dgm:t>
        <a:bodyPr/>
        <a:lstStyle/>
        <a:p>
          <a:endParaRPr lang="en-US"/>
        </a:p>
      </dgm:t>
    </dgm:pt>
    <dgm:pt modelId="{8A13C3E2-B5E8-409D-A7CC-630C077F5CA2}">
      <dgm:prSet/>
      <dgm:spPr/>
      <dgm:t>
        <a:bodyPr/>
        <a:lstStyle/>
        <a:p>
          <a:r>
            <a:rPr lang="en-US"/>
            <a:t>Regulatory Risk</a:t>
          </a:r>
        </a:p>
      </dgm:t>
    </dgm:pt>
    <dgm:pt modelId="{B4384BE5-9961-4129-AE0E-52DE30C235A3}" type="parTrans" cxnId="{5E524E63-5E0E-41FD-8665-E9A4AFD92CEE}">
      <dgm:prSet/>
      <dgm:spPr/>
      <dgm:t>
        <a:bodyPr/>
        <a:lstStyle/>
        <a:p>
          <a:endParaRPr lang="en-US"/>
        </a:p>
      </dgm:t>
    </dgm:pt>
    <dgm:pt modelId="{A56F9821-91AB-48FC-B517-23CFED6AB42E}" type="sibTrans" cxnId="{5E524E63-5E0E-41FD-8665-E9A4AFD92CEE}">
      <dgm:prSet/>
      <dgm:spPr/>
      <dgm:t>
        <a:bodyPr/>
        <a:lstStyle/>
        <a:p>
          <a:endParaRPr lang="en-US"/>
        </a:p>
      </dgm:t>
    </dgm:pt>
    <dgm:pt modelId="{0051B4AA-5C99-42C2-A213-B14E65AA7E2A}">
      <dgm:prSet/>
      <dgm:spPr/>
      <dgm:t>
        <a:bodyPr/>
        <a:lstStyle/>
        <a:p>
          <a:r>
            <a:rPr lang="en-US"/>
            <a:t>Forex Risk</a:t>
          </a:r>
        </a:p>
      </dgm:t>
    </dgm:pt>
    <dgm:pt modelId="{D2AF447C-B0CC-4411-BB3B-4B0608B30801}" type="parTrans" cxnId="{D66A6088-4A83-40AA-BFBB-99F52E6C1DB5}">
      <dgm:prSet/>
      <dgm:spPr/>
      <dgm:t>
        <a:bodyPr/>
        <a:lstStyle/>
        <a:p>
          <a:endParaRPr lang="en-US"/>
        </a:p>
      </dgm:t>
    </dgm:pt>
    <dgm:pt modelId="{DC5F66AB-4401-4BD7-8A46-7ACACA362CAD}" type="sibTrans" cxnId="{D66A6088-4A83-40AA-BFBB-99F52E6C1DB5}">
      <dgm:prSet/>
      <dgm:spPr/>
      <dgm:t>
        <a:bodyPr/>
        <a:lstStyle/>
        <a:p>
          <a:endParaRPr lang="en-US"/>
        </a:p>
      </dgm:t>
    </dgm:pt>
    <dgm:pt modelId="{F96335F2-05C1-4AA9-B402-80950132A9E1}" type="pres">
      <dgm:prSet presAssocID="{441D6A71-2E57-4005-B3B1-0DFA19DE0543}" presName="linear" presStyleCnt="0">
        <dgm:presLayoutVars>
          <dgm:animLvl val="lvl"/>
          <dgm:resizeHandles val="exact"/>
        </dgm:presLayoutVars>
      </dgm:prSet>
      <dgm:spPr/>
    </dgm:pt>
    <dgm:pt modelId="{A9E6CA22-AD7B-4EB2-AC27-243C926B99BB}" type="pres">
      <dgm:prSet presAssocID="{56833B58-0A6A-4586-AF9C-DA83086EBDB9}" presName="parentText" presStyleLbl="node1" presStyleIdx="0" presStyleCnt="2">
        <dgm:presLayoutVars>
          <dgm:chMax val="0"/>
          <dgm:bulletEnabled val="1"/>
        </dgm:presLayoutVars>
      </dgm:prSet>
      <dgm:spPr/>
    </dgm:pt>
    <dgm:pt modelId="{459F869F-885B-4086-B5BE-E57D4605E79D}" type="pres">
      <dgm:prSet presAssocID="{56833B58-0A6A-4586-AF9C-DA83086EBDB9}" presName="childText" presStyleLbl="revTx" presStyleIdx="0" presStyleCnt="2">
        <dgm:presLayoutVars>
          <dgm:bulletEnabled val="1"/>
        </dgm:presLayoutVars>
      </dgm:prSet>
      <dgm:spPr/>
    </dgm:pt>
    <dgm:pt modelId="{D2499246-7D67-492D-BE8C-E9C6F755B642}" type="pres">
      <dgm:prSet presAssocID="{4AC6C766-A4CD-4654-92F7-017CEE042477}" presName="parentText" presStyleLbl="node1" presStyleIdx="1" presStyleCnt="2">
        <dgm:presLayoutVars>
          <dgm:chMax val="0"/>
          <dgm:bulletEnabled val="1"/>
        </dgm:presLayoutVars>
      </dgm:prSet>
      <dgm:spPr/>
    </dgm:pt>
    <dgm:pt modelId="{3E285711-EAD3-4F65-B15B-6F08EC285811}" type="pres">
      <dgm:prSet presAssocID="{4AC6C766-A4CD-4654-92F7-017CEE042477}" presName="childText" presStyleLbl="revTx" presStyleIdx="1" presStyleCnt="2">
        <dgm:presLayoutVars>
          <dgm:bulletEnabled val="1"/>
        </dgm:presLayoutVars>
      </dgm:prSet>
      <dgm:spPr/>
    </dgm:pt>
  </dgm:ptLst>
  <dgm:cxnLst>
    <dgm:cxn modelId="{1291100A-FD9D-48DD-93B5-B549C7414F79}" type="presOf" srcId="{85369892-D70C-41FF-ACED-583F576B7C4B}" destId="{3E285711-EAD3-4F65-B15B-6F08EC285811}" srcOrd="0" destOrd="2" presId="urn:microsoft.com/office/officeart/2005/8/layout/vList2"/>
    <dgm:cxn modelId="{827D1524-CE5D-49A5-B548-775C15ED7CD9}" type="presOf" srcId="{4AC6C766-A4CD-4654-92F7-017CEE042477}" destId="{D2499246-7D67-492D-BE8C-E9C6F755B642}" srcOrd="0" destOrd="0" presId="urn:microsoft.com/office/officeart/2005/8/layout/vList2"/>
    <dgm:cxn modelId="{D4763432-D99C-4234-BEC1-4CCC61C34446}" srcId="{4AC6C766-A4CD-4654-92F7-017CEE042477}" destId="{C41A6D65-00EE-4886-AB8D-492195DEFD29}" srcOrd="1" destOrd="0" parTransId="{D97565E2-132F-4889-AE19-E143D6CB014F}" sibTransId="{D9B42741-26A8-4F35-B78D-C1E8C047E166}"/>
    <dgm:cxn modelId="{8305803E-A4D3-4B17-A5DC-DCBC83FBB89B}" srcId="{56833B58-0A6A-4586-AF9C-DA83086EBDB9}" destId="{CF5233F7-9007-4166-918E-4F3FFD82F6D8}" srcOrd="0" destOrd="0" parTransId="{41148C95-ACA9-4CB3-AB35-88915ED1579F}" sibTransId="{5104A78D-C61B-48BF-BEDE-703FD418CE37}"/>
    <dgm:cxn modelId="{422E635D-6953-4282-9791-CD55C5328133}" type="presOf" srcId="{4B70DD6B-DD45-45EB-924A-135035978C78}" destId="{459F869F-885B-4086-B5BE-E57D4605E79D}" srcOrd="0" destOrd="2" presId="urn:microsoft.com/office/officeart/2005/8/layout/vList2"/>
    <dgm:cxn modelId="{1A272F62-155B-4718-8DFE-7A2D9EBCDA16}" type="presOf" srcId="{4AF951B8-5C03-4209-AC0E-4F3B90D8A7F9}" destId="{459F869F-885B-4086-B5BE-E57D4605E79D}" srcOrd="0" destOrd="1" presId="urn:microsoft.com/office/officeart/2005/8/layout/vList2"/>
    <dgm:cxn modelId="{5E524E63-5E0E-41FD-8665-E9A4AFD92CEE}" srcId="{4AC6C766-A4CD-4654-92F7-017CEE042477}" destId="{8A13C3E2-B5E8-409D-A7CC-630C077F5CA2}" srcOrd="3" destOrd="0" parTransId="{B4384BE5-9961-4129-AE0E-52DE30C235A3}" sibTransId="{A56F9821-91AB-48FC-B517-23CFED6AB42E}"/>
    <dgm:cxn modelId="{AFC6E743-4C5E-4441-A91E-70937977B60E}" srcId="{56833B58-0A6A-4586-AF9C-DA83086EBDB9}" destId="{4B70DD6B-DD45-45EB-924A-135035978C78}" srcOrd="2" destOrd="0" parTransId="{124CAB09-93DB-4D80-9B82-F332EB6BC41C}" sibTransId="{54376C1B-3267-47E8-9EF5-B0CC48F4C6E5}"/>
    <dgm:cxn modelId="{03B5D547-F9FC-4AB5-B1FF-22DB1B87BD8F}" type="presOf" srcId="{CF5233F7-9007-4166-918E-4F3FFD82F6D8}" destId="{459F869F-885B-4086-B5BE-E57D4605E79D}" srcOrd="0" destOrd="0" presId="urn:microsoft.com/office/officeart/2005/8/layout/vList2"/>
    <dgm:cxn modelId="{F3BEB66C-1AE7-4983-9E99-5D7C1D0B5096}" srcId="{56833B58-0A6A-4586-AF9C-DA83086EBDB9}" destId="{4AF951B8-5C03-4209-AC0E-4F3B90D8A7F9}" srcOrd="1" destOrd="0" parTransId="{5F3C300F-DE2D-4274-B8D9-F1AEBDC365D6}" sibTransId="{ED86A0FC-21A4-4D57-9A67-FC8BAEF6B8B6}"/>
    <dgm:cxn modelId="{5DB6AC73-40C0-468B-889F-F4E980ACA047}" srcId="{4AC6C766-A4CD-4654-92F7-017CEE042477}" destId="{85369892-D70C-41FF-ACED-583F576B7C4B}" srcOrd="2" destOrd="0" parTransId="{8A2AF611-A78D-42CD-BC39-324330F9F1DE}" sibTransId="{656BF673-C2E9-4DB1-A1BB-C89FA9CEC9EE}"/>
    <dgm:cxn modelId="{5C280C57-E356-4777-A862-2DF2FDF63266}" type="presOf" srcId="{441D6A71-2E57-4005-B3B1-0DFA19DE0543}" destId="{F96335F2-05C1-4AA9-B402-80950132A9E1}" srcOrd="0" destOrd="0" presId="urn:microsoft.com/office/officeart/2005/8/layout/vList2"/>
    <dgm:cxn modelId="{0C7F4278-A2F1-486A-8088-5AF3020452D8}" type="presOf" srcId="{0051B4AA-5C99-42C2-A213-B14E65AA7E2A}" destId="{3E285711-EAD3-4F65-B15B-6F08EC285811}" srcOrd="0" destOrd="4" presId="urn:microsoft.com/office/officeart/2005/8/layout/vList2"/>
    <dgm:cxn modelId="{B5B37259-0D68-477B-8417-5600AF9254A7}" srcId="{441D6A71-2E57-4005-B3B1-0DFA19DE0543}" destId="{56833B58-0A6A-4586-AF9C-DA83086EBDB9}" srcOrd="0" destOrd="0" parTransId="{51AC6240-EE8F-4562-B2A5-FA9F14BC50DC}" sibTransId="{3F388DF4-9AA1-4A7E-88E8-3EE04947129E}"/>
    <dgm:cxn modelId="{D66A6088-4A83-40AA-BFBB-99F52E6C1DB5}" srcId="{4AC6C766-A4CD-4654-92F7-017CEE042477}" destId="{0051B4AA-5C99-42C2-A213-B14E65AA7E2A}" srcOrd="4" destOrd="0" parTransId="{D2AF447C-B0CC-4411-BB3B-4B0608B30801}" sibTransId="{DC5F66AB-4401-4BD7-8A46-7ACACA362CAD}"/>
    <dgm:cxn modelId="{649EA590-0BB7-478A-ABA1-EE3C9D9A3B44}" srcId="{4AC6C766-A4CD-4654-92F7-017CEE042477}" destId="{63D1AFF7-2C47-4892-9F36-3B0E63FC4216}" srcOrd="0" destOrd="0" parTransId="{FC4409BA-CF2F-4FED-82E5-2B6430E726A8}" sibTransId="{628A5271-6E18-4CF7-AAE6-4C794B7E5B6E}"/>
    <dgm:cxn modelId="{C56B65AE-627E-4B2C-913A-6B9615F92CE6}" srcId="{441D6A71-2E57-4005-B3B1-0DFA19DE0543}" destId="{4AC6C766-A4CD-4654-92F7-017CEE042477}" srcOrd="1" destOrd="0" parTransId="{88B652C5-41A9-4437-B7A3-8B82A252AB1B}" sibTransId="{6878AA6C-C21A-4BFB-BA93-6AA927717787}"/>
    <dgm:cxn modelId="{7F7A7CBE-61D1-4200-9D1B-7C6CA608A78C}" type="presOf" srcId="{63D1AFF7-2C47-4892-9F36-3B0E63FC4216}" destId="{3E285711-EAD3-4F65-B15B-6F08EC285811}" srcOrd="0" destOrd="0" presId="urn:microsoft.com/office/officeart/2005/8/layout/vList2"/>
    <dgm:cxn modelId="{9E151BC1-1E27-40D9-A298-9E16C3D3C508}" type="presOf" srcId="{8A13C3E2-B5E8-409D-A7CC-630C077F5CA2}" destId="{3E285711-EAD3-4F65-B15B-6F08EC285811}" srcOrd="0" destOrd="3" presId="urn:microsoft.com/office/officeart/2005/8/layout/vList2"/>
    <dgm:cxn modelId="{A6261CDB-0722-4A41-9488-0EE23CE906FA}" type="presOf" srcId="{C41A6D65-00EE-4886-AB8D-492195DEFD29}" destId="{3E285711-EAD3-4F65-B15B-6F08EC285811}" srcOrd="0" destOrd="1" presId="urn:microsoft.com/office/officeart/2005/8/layout/vList2"/>
    <dgm:cxn modelId="{CCD0F1EF-3234-43F6-A418-4042FBFD3A86}" type="presOf" srcId="{56833B58-0A6A-4586-AF9C-DA83086EBDB9}" destId="{A9E6CA22-AD7B-4EB2-AC27-243C926B99BB}" srcOrd="0" destOrd="0" presId="urn:microsoft.com/office/officeart/2005/8/layout/vList2"/>
    <dgm:cxn modelId="{A24AB491-2675-49B0-AA6E-A2B80CDD938E}" type="presParOf" srcId="{F96335F2-05C1-4AA9-B402-80950132A9E1}" destId="{A9E6CA22-AD7B-4EB2-AC27-243C926B99BB}" srcOrd="0" destOrd="0" presId="urn:microsoft.com/office/officeart/2005/8/layout/vList2"/>
    <dgm:cxn modelId="{86C3C8D4-34BC-4A16-895A-DDB394A3D34F}" type="presParOf" srcId="{F96335F2-05C1-4AA9-B402-80950132A9E1}" destId="{459F869F-885B-4086-B5BE-E57D4605E79D}" srcOrd="1" destOrd="0" presId="urn:microsoft.com/office/officeart/2005/8/layout/vList2"/>
    <dgm:cxn modelId="{E8DB0D24-CB08-41BE-AECC-EA82BFCEBE8E}" type="presParOf" srcId="{F96335F2-05C1-4AA9-B402-80950132A9E1}" destId="{D2499246-7D67-492D-BE8C-E9C6F755B642}" srcOrd="2" destOrd="0" presId="urn:microsoft.com/office/officeart/2005/8/layout/vList2"/>
    <dgm:cxn modelId="{F1D0C80D-5009-46C6-A9CF-497FFFE0E78F}" type="presParOf" srcId="{F96335F2-05C1-4AA9-B402-80950132A9E1}" destId="{3E285711-EAD3-4F65-B15B-6F08EC28581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3F23C8F-1B9E-4D63-BD2C-3139E953630A}"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07437B7-ECB0-492A-96AD-0A0AEE6332BE}">
      <dgm:prSet/>
      <dgm:spPr/>
      <dgm:t>
        <a:bodyPr/>
        <a:lstStyle/>
        <a:p>
          <a:pPr>
            <a:lnSpc>
              <a:spcPct val="100000"/>
            </a:lnSpc>
          </a:pPr>
          <a:r>
            <a:rPr lang="en-US" b="1" dirty="0"/>
            <a:t>Origins</a:t>
          </a:r>
          <a:r>
            <a:rPr lang="en-US" dirty="0"/>
            <a:t> in the 9</a:t>
          </a:r>
          <a:r>
            <a:rPr lang="en-US" baseline="30000" dirty="0"/>
            <a:t>th</a:t>
          </a:r>
          <a:r>
            <a:rPr lang="en-US" dirty="0"/>
            <a:t> century Arabia, written promise to pay for goods upon delivery</a:t>
          </a:r>
        </a:p>
      </dgm:t>
    </dgm:pt>
    <dgm:pt modelId="{F0F35102-AD6A-4C8D-B2DF-704CAB963C95}" type="parTrans" cxnId="{DA54779B-69AC-4153-A9EB-AAD717EBEE47}">
      <dgm:prSet/>
      <dgm:spPr/>
      <dgm:t>
        <a:bodyPr/>
        <a:lstStyle/>
        <a:p>
          <a:endParaRPr lang="en-US"/>
        </a:p>
      </dgm:t>
    </dgm:pt>
    <dgm:pt modelId="{F0169F34-AF5C-4331-885D-CFE522225E3B}" type="sibTrans" cxnId="{DA54779B-69AC-4153-A9EB-AAD717EBEE47}">
      <dgm:prSet/>
      <dgm:spPr/>
      <dgm:t>
        <a:bodyPr/>
        <a:lstStyle/>
        <a:p>
          <a:pPr>
            <a:lnSpc>
              <a:spcPct val="100000"/>
            </a:lnSpc>
          </a:pPr>
          <a:endParaRPr lang="en-US"/>
        </a:p>
      </dgm:t>
    </dgm:pt>
    <dgm:pt modelId="{B6860F26-27D9-43EF-910E-DFEE069FFFF2}">
      <dgm:prSet/>
      <dgm:spPr/>
      <dgm:t>
        <a:bodyPr/>
        <a:lstStyle/>
        <a:p>
          <a:pPr>
            <a:lnSpc>
              <a:spcPct val="100000"/>
            </a:lnSpc>
          </a:pPr>
          <a:r>
            <a:rPr lang="en-US"/>
            <a:t>The "</a:t>
          </a:r>
          <a:r>
            <a:rPr lang="en-US" b="1"/>
            <a:t>Exchequer</a:t>
          </a:r>
          <a:r>
            <a:rPr lang="en-US"/>
            <a:t>": In medieval England, the royal treasury was called the Exchequer. It was named after a checked (chequered) cloth used as a counting board to calculate taxes, resembling a large chessboard.</a:t>
          </a:r>
        </a:p>
      </dgm:t>
    </dgm:pt>
    <dgm:pt modelId="{CD9FB774-72B4-4505-A66B-640D3F196051}" type="parTrans" cxnId="{31E978A1-2A44-41CD-AF33-DF6979AAAEFF}">
      <dgm:prSet/>
      <dgm:spPr/>
      <dgm:t>
        <a:bodyPr/>
        <a:lstStyle/>
        <a:p>
          <a:endParaRPr lang="en-US"/>
        </a:p>
      </dgm:t>
    </dgm:pt>
    <dgm:pt modelId="{38CC56EF-35EB-440E-997E-DA5663FED4EA}" type="sibTrans" cxnId="{31E978A1-2A44-41CD-AF33-DF6979AAAEFF}">
      <dgm:prSet/>
      <dgm:spPr/>
      <dgm:t>
        <a:bodyPr/>
        <a:lstStyle/>
        <a:p>
          <a:pPr>
            <a:lnSpc>
              <a:spcPct val="100000"/>
            </a:lnSpc>
          </a:pPr>
          <a:endParaRPr lang="en-US"/>
        </a:p>
      </dgm:t>
    </dgm:pt>
    <dgm:pt modelId="{A30AAD78-BB0A-4507-845A-CBA46033F6C9}">
      <dgm:prSet/>
      <dgm:spPr/>
      <dgm:t>
        <a:bodyPr/>
        <a:lstStyle/>
        <a:p>
          <a:pPr>
            <a:lnSpc>
              <a:spcPct val="100000"/>
            </a:lnSpc>
          </a:pPr>
          <a:r>
            <a:rPr lang="en-US"/>
            <a:t>The First Forms: The Bank of England pioneered pre-printed "</a:t>
          </a:r>
          <a:r>
            <a:rPr lang="en-US" b="1"/>
            <a:t>check paper</a:t>
          </a:r>
          <a:r>
            <a:rPr lang="en-US"/>
            <a:t>" in 1717 to prevent fraud.</a:t>
          </a:r>
        </a:p>
      </dgm:t>
    </dgm:pt>
    <dgm:pt modelId="{C7963885-AADD-4E52-9B24-7F13CE23F1AE}" type="parTrans" cxnId="{2FD6A7D0-A99F-4DC7-856B-B5F5E39B49B1}">
      <dgm:prSet/>
      <dgm:spPr/>
      <dgm:t>
        <a:bodyPr/>
        <a:lstStyle/>
        <a:p>
          <a:endParaRPr lang="en-US"/>
        </a:p>
      </dgm:t>
    </dgm:pt>
    <dgm:pt modelId="{FFCE1086-7540-49A4-BF10-0D9B8C4DE40E}" type="sibTrans" cxnId="{2FD6A7D0-A99F-4DC7-856B-B5F5E39B49B1}">
      <dgm:prSet/>
      <dgm:spPr/>
      <dgm:t>
        <a:bodyPr/>
        <a:lstStyle/>
        <a:p>
          <a:pPr>
            <a:lnSpc>
              <a:spcPct val="100000"/>
            </a:lnSpc>
          </a:pPr>
          <a:endParaRPr lang="en-US"/>
        </a:p>
      </dgm:t>
    </dgm:pt>
    <dgm:pt modelId="{B4D9EBBA-2682-419C-9BC0-9FBC074FCB53}">
      <dgm:prSet/>
      <dgm:spPr/>
      <dgm:t>
        <a:bodyPr/>
        <a:lstStyle/>
        <a:p>
          <a:pPr>
            <a:lnSpc>
              <a:spcPct val="100000"/>
            </a:lnSpc>
          </a:pPr>
          <a:r>
            <a:rPr lang="en-US"/>
            <a:t>Spelling Split: In the 1800s, British English adopted the French-influenced spelling "</a:t>
          </a:r>
          <a:r>
            <a:rPr lang="en-US" b="1"/>
            <a:t>cheque</a:t>
          </a:r>
          <a:r>
            <a:rPr lang="en-US"/>
            <a:t>" to distinguish the financial instrument from other types of "checks," while American English kept the original "</a:t>
          </a:r>
          <a:r>
            <a:rPr lang="en-US" b="1"/>
            <a:t>check</a:t>
          </a:r>
          <a:r>
            <a:rPr lang="en-US"/>
            <a:t>" for both.</a:t>
          </a:r>
        </a:p>
      </dgm:t>
    </dgm:pt>
    <dgm:pt modelId="{9494E166-E6E9-452D-ADFD-CF51C3535793}" type="parTrans" cxnId="{BAC89E2A-0E4D-4256-B63B-8EF88C0C110F}">
      <dgm:prSet/>
      <dgm:spPr/>
      <dgm:t>
        <a:bodyPr/>
        <a:lstStyle/>
        <a:p>
          <a:endParaRPr lang="en-US"/>
        </a:p>
      </dgm:t>
    </dgm:pt>
    <dgm:pt modelId="{B2066058-7918-4B67-9387-4F49FA42AD4C}" type="sibTrans" cxnId="{BAC89E2A-0E4D-4256-B63B-8EF88C0C110F}">
      <dgm:prSet/>
      <dgm:spPr/>
      <dgm:t>
        <a:bodyPr/>
        <a:lstStyle/>
        <a:p>
          <a:endParaRPr lang="en-US"/>
        </a:p>
      </dgm:t>
    </dgm:pt>
    <dgm:pt modelId="{27E39DBB-7B63-433E-B527-1DEAEABE57F6}" type="pres">
      <dgm:prSet presAssocID="{13F23C8F-1B9E-4D63-BD2C-3139E953630A}" presName="root" presStyleCnt="0">
        <dgm:presLayoutVars>
          <dgm:dir/>
          <dgm:resizeHandles val="exact"/>
        </dgm:presLayoutVars>
      </dgm:prSet>
      <dgm:spPr/>
    </dgm:pt>
    <dgm:pt modelId="{CC176D62-D101-4CEE-A9B4-C84EA4905E3A}" type="pres">
      <dgm:prSet presAssocID="{13F23C8F-1B9E-4D63-BD2C-3139E953630A}" presName="container" presStyleCnt="0">
        <dgm:presLayoutVars>
          <dgm:dir/>
          <dgm:resizeHandles val="exact"/>
        </dgm:presLayoutVars>
      </dgm:prSet>
      <dgm:spPr/>
    </dgm:pt>
    <dgm:pt modelId="{8491EC8D-F78F-4E6C-BE02-D9B539251F9B}" type="pres">
      <dgm:prSet presAssocID="{D07437B7-ECB0-492A-96AD-0A0AEE6332BE}" presName="compNode" presStyleCnt="0"/>
      <dgm:spPr/>
    </dgm:pt>
    <dgm:pt modelId="{97CE46D6-323E-44AF-A438-5C110AAA235E}" type="pres">
      <dgm:prSet presAssocID="{D07437B7-ECB0-492A-96AD-0A0AEE6332BE}" presName="iconBgRect" presStyleLbl="bgShp" presStyleIdx="0" presStyleCnt="4"/>
      <dgm:spPr/>
    </dgm:pt>
    <dgm:pt modelId="{60076722-272E-47FC-9F94-1E6A78CD31B3}" type="pres">
      <dgm:prSet presAssocID="{D07437B7-ECB0-492A-96AD-0A0AEE6332B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43420544-B388-4533-AB4E-3C1938055846}" type="pres">
      <dgm:prSet presAssocID="{D07437B7-ECB0-492A-96AD-0A0AEE6332BE}" presName="spaceRect" presStyleCnt="0"/>
      <dgm:spPr/>
    </dgm:pt>
    <dgm:pt modelId="{9657219D-89B5-40CC-B0C8-76ECFC835E9D}" type="pres">
      <dgm:prSet presAssocID="{D07437B7-ECB0-492A-96AD-0A0AEE6332BE}" presName="textRect" presStyleLbl="revTx" presStyleIdx="0" presStyleCnt="4">
        <dgm:presLayoutVars>
          <dgm:chMax val="1"/>
          <dgm:chPref val="1"/>
        </dgm:presLayoutVars>
      </dgm:prSet>
      <dgm:spPr/>
    </dgm:pt>
    <dgm:pt modelId="{84190EBE-9FD5-4B98-9094-6C8E4A078532}" type="pres">
      <dgm:prSet presAssocID="{F0169F34-AF5C-4331-885D-CFE522225E3B}" presName="sibTrans" presStyleLbl="sibTrans2D1" presStyleIdx="0" presStyleCnt="0"/>
      <dgm:spPr/>
    </dgm:pt>
    <dgm:pt modelId="{08F8B7DC-11EC-4B24-8AA8-E1C2BF7DDE75}" type="pres">
      <dgm:prSet presAssocID="{B6860F26-27D9-43EF-910E-DFEE069FFFF2}" presName="compNode" presStyleCnt="0"/>
      <dgm:spPr/>
    </dgm:pt>
    <dgm:pt modelId="{7E96797E-709F-4D06-8AB4-70D49677A394}" type="pres">
      <dgm:prSet presAssocID="{B6860F26-27D9-43EF-910E-DFEE069FFFF2}" presName="iconBgRect" presStyleLbl="bgShp" presStyleIdx="1" presStyleCnt="4"/>
      <dgm:spPr/>
    </dgm:pt>
    <dgm:pt modelId="{5552B5F6-1202-4CD2-A2AF-7F79FCA8C5C2}" type="pres">
      <dgm:prSet presAssocID="{B6860F26-27D9-43EF-910E-DFEE069FFFF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9D5F9750-3968-4AD2-A631-C20C380EAD62}" type="pres">
      <dgm:prSet presAssocID="{B6860F26-27D9-43EF-910E-DFEE069FFFF2}" presName="spaceRect" presStyleCnt="0"/>
      <dgm:spPr/>
    </dgm:pt>
    <dgm:pt modelId="{C7E05433-31F5-4F27-8907-3375240E8640}" type="pres">
      <dgm:prSet presAssocID="{B6860F26-27D9-43EF-910E-DFEE069FFFF2}" presName="textRect" presStyleLbl="revTx" presStyleIdx="1" presStyleCnt="4">
        <dgm:presLayoutVars>
          <dgm:chMax val="1"/>
          <dgm:chPref val="1"/>
        </dgm:presLayoutVars>
      </dgm:prSet>
      <dgm:spPr/>
    </dgm:pt>
    <dgm:pt modelId="{07E9F534-097B-422F-80DA-CFB1E5CDC419}" type="pres">
      <dgm:prSet presAssocID="{38CC56EF-35EB-440E-997E-DA5663FED4EA}" presName="sibTrans" presStyleLbl="sibTrans2D1" presStyleIdx="0" presStyleCnt="0"/>
      <dgm:spPr/>
    </dgm:pt>
    <dgm:pt modelId="{E95CAB99-9F96-451C-B226-03B054720339}" type="pres">
      <dgm:prSet presAssocID="{A30AAD78-BB0A-4507-845A-CBA46033F6C9}" presName="compNode" presStyleCnt="0"/>
      <dgm:spPr/>
    </dgm:pt>
    <dgm:pt modelId="{FE437597-EDE3-459D-A895-E8A608CB6F62}" type="pres">
      <dgm:prSet presAssocID="{A30AAD78-BB0A-4507-845A-CBA46033F6C9}" presName="iconBgRect" presStyleLbl="bgShp" presStyleIdx="2" presStyleCnt="4"/>
      <dgm:spPr/>
    </dgm:pt>
    <dgm:pt modelId="{86765EF5-D110-48D8-AFE2-D4D836CACA21}" type="pres">
      <dgm:prSet presAssocID="{A30AAD78-BB0A-4507-845A-CBA46033F6C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20D352FC-850B-4B61-9EBA-743B3817E152}" type="pres">
      <dgm:prSet presAssocID="{A30AAD78-BB0A-4507-845A-CBA46033F6C9}" presName="spaceRect" presStyleCnt="0"/>
      <dgm:spPr/>
    </dgm:pt>
    <dgm:pt modelId="{BD5E6E55-3AB6-49C3-9B0E-B5C808DB3C07}" type="pres">
      <dgm:prSet presAssocID="{A30AAD78-BB0A-4507-845A-CBA46033F6C9}" presName="textRect" presStyleLbl="revTx" presStyleIdx="2" presStyleCnt="4">
        <dgm:presLayoutVars>
          <dgm:chMax val="1"/>
          <dgm:chPref val="1"/>
        </dgm:presLayoutVars>
      </dgm:prSet>
      <dgm:spPr/>
    </dgm:pt>
    <dgm:pt modelId="{44FB5CF2-AA6F-44D1-90D8-2890F5EF4C10}" type="pres">
      <dgm:prSet presAssocID="{FFCE1086-7540-49A4-BF10-0D9B8C4DE40E}" presName="sibTrans" presStyleLbl="sibTrans2D1" presStyleIdx="0" presStyleCnt="0"/>
      <dgm:spPr/>
    </dgm:pt>
    <dgm:pt modelId="{948CA80E-C747-4287-83F7-326E519451BB}" type="pres">
      <dgm:prSet presAssocID="{B4D9EBBA-2682-419C-9BC0-9FBC074FCB53}" presName="compNode" presStyleCnt="0"/>
      <dgm:spPr/>
    </dgm:pt>
    <dgm:pt modelId="{1270F3D0-A34C-403A-9C91-6690F9FEC7E5}" type="pres">
      <dgm:prSet presAssocID="{B4D9EBBA-2682-419C-9BC0-9FBC074FCB53}" presName="iconBgRect" presStyleLbl="bgShp" presStyleIdx="3" presStyleCnt="4"/>
      <dgm:spPr/>
    </dgm:pt>
    <dgm:pt modelId="{8428457F-123A-44CF-A64F-B73EA44EF55D}" type="pres">
      <dgm:prSet presAssocID="{B4D9EBBA-2682-419C-9BC0-9FBC074FCB5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Check"/>
        </a:ext>
      </dgm:extLst>
    </dgm:pt>
    <dgm:pt modelId="{FE253BA9-6634-4235-9FA6-F6152463F33C}" type="pres">
      <dgm:prSet presAssocID="{B4D9EBBA-2682-419C-9BC0-9FBC074FCB53}" presName="spaceRect" presStyleCnt="0"/>
      <dgm:spPr/>
    </dgm:pt>
    <dgm:pt modelId="{85BADA05-B74B-4E73-BB37-AAAF0CB1E14A}" type="pres">
      <dgm:prSet presAssocID="{B4D9EBBA-2682-419C-9BC0-9FBC074FCB53}" presName="textRect" presStyleLbl="revTx" presStyleIdx="3" presStyleCnt="4">
        <dgm:presLayoutVars>
          <dgm:chMax val="1"/>
          <dgm:chPref val="1"/>
        </dgm:presLayoutVars>
      </dgm:prSet>
      <dgm:spPr/>
    </dgm:pt>
  </dgm:ptLst>
  <dgm:cxnLst>
    <dgm:cxn modelId="{4D9DF20D-FA19-4FA0-956F-9249FA66DF7A}" type="presOf" srcId="{38CC56EF-35EB-440E-997E-DA5663FED4EA}" destId="{07E9F534-097B-422F-80DA-CFB1E5CDC419}" srcOrd="0" destOrd="0" presId="urn:microsoft.com/office/officeart/2018/2/layout/IconCircleList"/>
    <dgm:cxn modelId="{50AB5E15-1BCA-4E98-B3D0-7D99DA05A24F}" type="presOf" srcId="{B6860F26-27D9-43EF-910E-DFEE069FFFF2}" destId="{C7E05433-31F5-4F27-8907-3375240E8640}" srcOrd="0" destOrd="0" presId="urn:microsoft.com/office/officeart/2018/2/layout/IconCircleList"/>
    <dgm:cxn modelId="{BAC89E2A-0E4D-4256-B63B-8EF88C0C110F}" srcId="{13F23C8F-1B9E-4D63-BD2C-3139E953630A}" destId="{B4D9EBBA-2682-419C-9BC0-9FBC074FCB53}" srcOrd="3" destOrd="0" parTransId="{9494E166-E6E9-452D-ADFD-CF51C3535793}" sibTransId="{B2066058-7918-4B67-9387-4F49FA42AD4C}"/>
    <dgm:cxn modelId="{0D55303A-62B0-41B8-A6F1-541DEFB5F074}" type="presOf" srcId="{A30AAD78-BB0A-4507-845A-CBA46033F6C9}" destId="{BD5E6E55-3AB6-49C3-9B0E-B5C808DB3C07}" srcOrd="0" destOrd="0" presId="urn:microsoft.com/office/officeart/2018/2/layout/IconCircleList"/>
    <dgm:cxn modelId="{AF44D879-668F-4E72-94A0-A07F6DFBA6F2}" type="presOf" srcId="{F0169F34-AF5C-4331-885D-CFE522225E3B}" destId="{84190EBE-9FD5-4B98-9094-6C8E4A078532}" srcOrd="0" destOrd="0" presId="urn:microsoft.com/office/officeart/2018/2/layout/IconCircleList"/>
    <dgm:cxn modelId="{D9144985-DE25-4D4F-AAE0-5C872D5B0C26}" type="presOf" srcId="{FFCE1086-7540-49A4-BF10-0D9B8C4DE40E}" destId="{44FB5CF2-AA6F-44D1-90D8-2890F5EF4C10}" srcOrd="0" destOrd="0" presId="urn:microsoft.com/office/officeart/2018/2/layout/IconCircleList"/>
    <dgm:cxn modelId="{DA54779B-69AC-4153-A9EB-AAD717EBEE47}" srcId="{13F23C8F-1B9E-4D63-BD2C-3139E953630A}" destId="{D07437B7-ECB0-492A-96AD-0A0AEE6332BE}" srcOrd="0" destOrd="0" parTransId="{F0F35102-AD6A-4C8D-B2DF-704CAB963C95}" sibTransId="{F0169F34-AF5C-4331-885D-CFE522225E3B}"/>
    <dgm:cxn modelId="{31E978A1-2A44-41CD-AF33-DF6979AAAEFF}" srcId="{13F23C8F-1B9E-4D63-BD2C-3139E953630A}" destId="{B6860F26-27D9-43EF-910E-DFEE069FFFF2}" srcOrd="1" destOrd="0" parTransId="{CD9FB774-72B4-4505-A66B-640D3F196051}" sibTransId="{38CC56EF-35EB-440E-997E-DA5663FED4EA}"/>
    <dgm:cxn modelId="{1A3A69AF-1B54-4BEB-94AC-7B6AF52162FA}" type="presOf" srcId="{D07437B7-ECB0-492A-96AD-0A0AEE6332BE}" destId="{9657219D-89B5-40CC-B0C8-76ECFC835E9D}" srcOrd="0" destOrd="0" presId="urn:microsoft.com/office/officeart/2018/2/layout/IconCircleList"/>
    <dgm:cxn modelId="{40CCAFCD-DB84-4A75-B602-79BD1F35D30F}" type="presOf" srcId="{13F23C8F-1B9E-4D63-BD2C-3139E953630A}" destId="{27E39DBB-7B63-433E-B527-1DEAEABE57F6}" srcOrd="0" destOrd="0" presId="urn:microsoft.com/office/officeart/2018/2/layout/IconCircleList"/>
    <dgm:cxn modelId="{2FD6A7D0-A99F-4DC7-856B-B5F5E39B49B1}" srcId="{13F23C8F-1B9E-4D63-BD2C-3139E953630A}" destId="{A30AAD78-BB0A-4507-845A-CBA46033F6C9}" srcOrd="2" destOrd="0" parTransId="{C7963885-AADD-4E52-9B24-7F13CE23F1AE}" sibTransId="{FFCE1086-7540-49A4-BF10-0D9B8C4DE40E}"/>
    <dgm:cxn modelId="{1C5655E3-005A-4216-BE98-10308C461485}" type="presOf" srcId="{B4D9EBBA-2682-419C-9BC0-9FBC074FCB53}" destId="{85BADA05-B74B-4E73-BB37-AAAF0CB1E14A}" srcOrd="0" destOrd="0" presId="urn:microsoft.com/office/officeart/2018/2/layout/IconCircleList"/>
    <dgm:cxn modelId="{BC8AFAC2-7A1D-433A-8B0E-6EC5E13C79E8}" type="presParOf" srcId="{27E39DBB-7B63-433E-B527-1DEAEABE57F6}" destId="{CC176D62-D101-4CEE-A9B4-C84EA4905E3A}" srcOrd="0" destOrd="0" presId="urn:microsoft.com/office/officeart/2018/2/layout/IconCircleList"/>
    <dgm:cxn modelId="{524EC861-196C-4FF1-A790-AEF5F4A1FA18}" type="presParOf" srcId="{CC176D62-D101-4CEE-A9B4-C84EA4905E3A}" destId="{8491EC8D-F78F-4E6C-BE02-D9B539251F9B}" srcOrd="0" destOrd="0" presId="urn:microsoft.com/office/officeart/2018/2/layout/IconCircleList"/>
    <dgm:cxn modelId="{CF0BA3AE-D7F8-4AC6-9177-1F39AFB82E70}" type="presParOf" srcId="{8491EC8D-F78F-4E6C-BE02-D9B539251F9B}" destId="{97CE46D6-323E-44AF-A438-5C110AAA235E}" srcOrd="0" destOrd="0" presId="urn:microsoft.com/office/officeart/2018/2/layout/IconCircleList"/>
    <dgm:cxn modelId="{9C2BE1D5-D3DD-4AAA-9F24-D7E22B8A05BA}" type="presParOf" srcId="{8491EC8D-F78F-4E6C-BE02-D9B539251F9B}" destId="{60076722-272E-47FC-9F94-1E6A78CD31B3}" srcOrd="1" destOrd="0" presId="urn:microsoft.com/office/officeart/2018/2/layout/IconCircleList"/>
    <dgm:cxn modelId="{F8007176-89D6-4DA3-86E0-BF16612B8128}" type="presParOf" srcId="{8491EC8D-F78F-4E6C-BE02-D9B539251F9B}" destId="{43420544-B388-4533-AB4E-3C1938055846}" srcOrd="2" destOrd="0" presId="urn:microsoft.com/office/officeart/2018/2/layout/IconCircleList"/>
    <dgm:cxn modelId="{77E00754-3F0C-4610-9829-C395908789C0}" type="presParOf" srcId="{8491EC8D-F78F-4E6C-BE02-D9B539251F9B}" destId="{9657219D-89B5-40CC-B0C8-76ECFC835E9D}" srcOrd="3" destOrd="0" presId="urn:microsoft.com/office/officeart/2018/2/layout/IconCircleList"/>
    <dgm:cxn modelId="{0BC5F7C0-9196-4408-A503-CC668006189E}" type="presParOf" srcId="{CC176D62-D101-4CEE-A9B4-C84EA4905E3A}" destId="{84190EBE-9FD5-4B98-9094-6C8E4A078532}" srcOrd="1" destOrd="0" presId="urn:microsoft.com/office/officeart/2018/2/layout/IconCircleList"/>
    <dgm:cxn modelId="{410C4C03-3EE4-41B7-88B7-895DDC2F626D}" type="presParOf" srcId="{CC176D62-D101-4CEE-A9B4-C84EA4905E3A}" destId="{08F8B7DC-11EC-4B24-8AA8-E1C2BF7DDE75}" srcOrd="2" destOrd="0" presId="urn:microsoft.com/office/officeart/2018/2/layout/IconCircleList"/>
    <dgm:cxn modelId="{6F76784B-6B64-47F2-B0F0-D80C2742B722}" type="presParOf" srcId="{08F8B7DC-11EC-4B24-8AA8-E1C2BF7DDE75}" destId="{7E96797E-709F-4D06-8AB4-70D49677A394}" srcOrd="0" destOrd="0" presId="urn:microsoft.com/office/officeart/2018/2/layout/IconCircleList"/>
    <dgm:cxn modelId="{B3D23C65-47C1-4821-923A-8C2B7B916489}" type="presParOf" srcId="{08F8B7DC-11EC-4B24-8AA8-E1C2BF7DDE75}" destId="{5552B5F6-1202-4CD2-A2AF-7F79FCA8C5C2}" srcOrd="1" destOrd="0" presId="urn:microsoft.com/office/officeart/2018/2/layout/IconCircleList"/>
    <dgm:cxn modelId="{CB2A05EE-1214-4B9C-A160-2319E62E907A}" type="presParOf" srcId="{08F8B7DC-11EC-4B24-8AA8-E1C2BF7DDE75}" destId="{9D5F9750-3968-4AD2-A631-C20C380EAD62}" srcOrd="2" destOrd="0" presId="urn:microsoft.com/office/officeart/2018/2/layout/IconCircleList"/>
    <dgm:cxn modelId="{2DD236AC-7300-4BCA-85E2-4080629CFA03}" type="presParOf" srcId="{08F8B7DC-11EC-4B24-8AA8-E1C2BF7DDE75}" destId="{C7E05433-31F5-4F27-8907-3375240E8640}" srcOrd="3" destOrd="0" presId="urn:microsoft.com/office/officeart/2018/2/layout/IconCircleList"/>
    <dgm:cxn modelId="{1202CDE7-EF44-407C-A30F-F0209D0D82B2}" type="presParOf" srcId="{CC176D62-D101-4CEE-A9B4-C84EA4905E3A}" destId="{07E9F534-097B-422F-80DA-CFB1E5CDC419}" srcOrd="3" destOrd="0" presId="urn:microsoft.com/office/officeart/2018/2/layout/IconCircleList"/>
    <dgm:cxn modelId="{2F416564-A4F0-4FCA-B923-24D183B62639}" type="presParOf" srcId="{CC176D62-D101-4CEE-A9B4-C84EA4905E3A}" destId="{E95CAB99-9F96-451C-B226-03B054720339}" srcOrd="4" destOrd="0" presId="urn:microsoft.com/office/officeart/2018/2/layout/IconCircleList"/>
    <dgm:cxn modelId="{40EDA315-1982-4956-8260-B3B5B813C93D}" type="presParOf" srcId="{E95CAB99-9F96-451C-B226-03B054720339}" destId="{FE437597-EDE3-459D-A895-E8A608CB6F62}" srcOrd="0" destOrd="0" presId="urn:microsoft.com/office/officeart/2018/2/layout/IconCircleList"/>
    <dgm:cxn modelId="{9C7BEEB5-CD62-4F87-A1AA-F25C1CF3F296}" type="presParOf" srcId="{E95CAB99-9F96-451C-B226-03B054720339}" destId="{86765EF5-D110-48D8-AFE2-D4D836CACA21}" srcOrd="1" destOrd="0" presId="urn:microsoft.com/office/officeart/2018/2/layout/IconCircleList"/>
    <dgm:cxn modelId="{414B6566-53B5-453C-9081-1DF76751F73B}" type="presParOf" srcId="{E95CAB99-9F96-451C-B226-03B054720339}" destId="{20D352FC-850B-4B61-9EBA-743B3817E152}" srcOrd="2" destOrd="0" presId="urn:microsoft.com/office/officeart/2018/2/layout/IconCircleList"/>
    <dgm:cxn modelId="{70DE204A-F88D-41D3-96EB-F696B657EA03}" type="presParOf" srcId="{E95CAB99-9F96-451C-B226-03B054720339}" destId="{BD5E6E55-3AB6-49C3-9B0E-B5C808DB3C07}" srcOrd="3" destOrd="0" presId="urn:microsoft.com/office/officeart/2018/2/layout/IconCircleList"/>
    <dgm:cxn modelId="{A2ECE7CB-44FA-4AED-8E95-2F796DD0C5EF}" type="presParOf" srcId="{CC176D62-D101-4CEE-A9B4-C84EA4905E3A}" destId="{44FB5CF2-AA6F-44D1-90D8-2890F5EF4C10}" srcOrd="5" destOrd="0" presId="urn:microsoft.com/office/officeart/2018/2/layout/IconCircleList"/>
    <dgm:cxn modelId="{58A64705-0A7C-43F5-90D3-312AEA047F3B}" type="presParOf" srcId="{CC176D62-D101-4CEE-A9B4-C84EA4905E3A}" destId="{948CA80E-C747-4287-83F7-326E519451BB}" srcOrd="6" destOrd="0" presId="urn:microsoft.com/office/officeart/2018/2/layout/IconCircleList"/>
    <dgm:cxn modelId="{EEB8210E-D343-42BF-BC66-4465B9727E07}" type="presParOf" srcId="{948CA80E-C747-4287-83F7-326E519451BB}" destId="{1270F3D0-A34C-403A-9C91-6690F9FEC7E5}" srcOrd="0" destOrd="0" presId="urn:microsoft.com/office/officeart/2018/2/layout/IconCircleList"/>
    <dgm:cxn modelId="{CC165F44-E230-41E2-9F25-B28FCB0B0E15}" type="presParOf" srcId="{948CA80E-C747-4287-83F7-326E519451BB}" destId="{8428457F-123A-44CF-A64F-B73EA44EF55D}" srcOrd="1" destOrd="0" presId="urn:microsoft.com/office/officeart/2018/2/layout/IconCircleList"/>
    <dgm:cxn modelId="{723B82F0-A8A4-4C9C-9D9B-31C1455EBF74}" type="presParOf" srcId="{948CA80E-C747-4287-83F7-326E519451BB}" destId="{FE253BA9-6634-4235-9FA6-F6152463F33C}" srcOrd="2" destOrd="0" presId="urn:microsoft.com/office/officeart/2018/2/layout/IconCircleList"/>
    <dgm:cxn modelId="{462D288F-46EB-41B1-89CB-24861870A593}" type="presParOf" srcId="{948CA80E-C747-4287-83F7-326E519451BB}" destId="{85BADA05-B74B-4E73-BB37-AAAF0CB1E14A}"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6A33AD-38C7-4208-8D25-56EA6F899330}" type="doc">
      <dgm:prSet loTypeId="urn:microsoft.com/office/officeart/2005/8/layout/cycle2" loCatId="cycle" qsTypeId="urn:microsoft.com/office/officeart/2005/8/quickstyle/simple1" qsCatId="simple" csTypeId="urn:microsoft.com/office/officeart/2005/8/colors/colorful2" csCatId="colorful"/>
      <dgm:spPr/>
      <dgm:t>
        <a:bodyPr/>
        <a:lstStyle/>
        <a:p>
          <a:endParaRPr lang="en-US"/>
        </a:p>
      </dgm:t>
    </dgm:pt>
    <dgm:pt modelId="{44D4539D-99BD-4860-879D-A16204D48033}">
      <dgm:prSet/>
      <dgm:spPr/>
      <dgm:t>
        <a:bodyPr/>
        <a:lstStyle/>
        <a:p>
          <a:r>
            <a:rPr lang="en-US"/>
            <a:t>Payee</a:t>
          </a:r>
        </a:p>
      </dgm:t>
    </dgm:pt>
    <dgm:pt modelId="{80271C17-7C02-422C-946F-C637EB2A7709}" type="parTrans" cxnId="{C419454C-9A15-49F9-94C3-D070D260E70A}">
      <dgm:prSet/>
      <dgm:spPr/>
      <dgm:t>
        <a:bodyPr/>
        <a:lstStyle/>
        <a:p>
          <a:endParaRPr lang="en-US"/>
        </a:p>
      </dgm:t>
    </dgm:pt>
    <dgm:pt modelId="{4C7D083A-A5D9-45F1-9E0A-6CBB5B3C916F}" type="sibTrans" cxnId="{C419454C-9A15-49F9-94C3-D070D260E70A}">
      <dgm:prSet/>
      <dgm:spPr/>
      <dgm:t>
        <a:bodyPr/>
        <a:lstStyle/>
        <a:p>
          <a:endParaRPr lang="en-US"/>
        </a:p>
      </dgm:t>
    </dgm:pt>
    <dgm:pt modelId="{94854EE9-0EEC-4AEC-9641-DCE7C366710B}">
      <dgm:prSet/>
      <dgm:spPr/>
      <dgm:t>
        <a:bodyPr/>
        <a:lstStyle/>
        <a:p>
          <a:r>
            <a:rPr lang="en-US"/>
            <a:t>Bank of First Deposit</a:t>
          </a:r>
        </a:p>
      </dgm:t>
    </dgm:pt>
    <dgm:pt modelId="{F9AE72EF-1E6A-4974-85B8-16291A35B209}" type="parTrans" cxnId="{910744E2-5605-48CE-8751-746C671DB5A2}">
      <dgm:prSet/>
      <dgm:spPr/>
      <dgm:t>
        <a:bodyPr/>
        <a:lstStyle/>
        <a:p>
          <a:endParaRPr lang="en-US"/>
        </a:p>
      </dgm:t>
    </dgm:pt>
    <dgm:pt modelId="{54D3EBCD-5254-450D-A383-E2FE38FAD655}" type="sibTrans" cxnId="{910744E2-5605-48CE-8751-746C671DB5A2}">
      <dgm:prSet/>
      <dgm:spPr/>
      <dgm:t>
        <a:bodyPr/>
        <a:lstStyle/>
        <a:p>
          <a:endParaRPr lang="en-US"/>
        </a:p>
      </dgm:t>
    </dgm:pt>
    <dgm:pt modelId="{4C88829C-A4F9-45B2-BDCB-2C8B3320AB2A}">
      <dgm:prSet/>
      <dgm:spPr/>
      <dgm:t>
        <a:bodyPr/>
        <a:lstStyle/>
        <a:p>
          <a:r>
            <a:rPr lang="en-US"/>
            <a:t>Clearing House</a:t>
          </a:r>
        </a:p>
      </dgm:t>
    </dgm:pt>
    <dgm:pt modelId="{7096CD98-3F7C-4CFF-B992-2BC1B3483F60}" type="parTrans" cxnId="{7DF8A1F5-FDF5-4423-A04A-043C12EB2182}">
      <dgm:prSet/>
      <dgm:spPr/>
      <dgm:t>
        <a:bodyPr/>
        <a:lstStyle/>
        <a:p>
          <a:endParaRPr lang="en-US"/>
        </a:p>
      </dgm:t>
    </dgm:pt>
    <dgm:pt modelId="{2D2916F0-54E9-46C1-A6DF-60EDB1AB8C4D}" type="sibTrans" cxnId="{7DF8A1F5-FDF5-4423-A04A-043C12EB2182}">
      <dgm:prSet/>
      <dgm:spPr/>
      <dgm:t>
        <a:bodyPr/>
        <a:lstStyle/>
        <a:p>
          <a:endParaRPr lang="en-US"/>
        </a:p>
      </dgm:t>
    </dgm:pt>
    <dgm:pt modelId="{247C6100-FDE1-4C5B-A280-79B3FB3E2A98}">
      <dgm:prSet/>
      <dgm:spPr/>
      <dgm:t>
        <a:bodyPr/>
        <a:lstStyle/>
        <a:p>
          <a:r>
            <a:rPr lang="en-US"/>
            <a:t>Check Writer’s Bank</a:t>
          </a:r>
        </a:p>
      </dgm:t>
    </dgm:pt>
    <dgm:pt modelId="{C5AA08BA-9F40-42A9-8572-7FBB16DBA584}" type="parTrans" cxnId="{EC0691C5-2B0C-4169-B60B-FB7C21BF624D}">
      <dgm:prSet/>
      <dgm:spPr/>
      <dgm:t>
        <a:bodyPr/>
        <a:lstStyle/>
        <a:p>
          <a:endParaRPr lang="en-US"/>
        </a:p>
      </dgm:t>
    </dgm:pt>
    <dgm:pt modelId="{004DDAF2-49DA-4BD4-B239-0A8D447DC9AE}" type="sibTrans" cxnId="{EC0691C5-2B0C-4169-B60B-FB7C21BF624D}">
      <dgm:prSet/>
      <dgm:spPr/>
      <dgm:t>
        <a:bodyPr/>
        <a:lstStyle/>
        <a:p>
          <a:endParaRPr lang="en-US"/>
        </a:p>
      </dgm:t>
    </dgm:pt>
    <dgm:pt modelId="{BC1826B7-FB95-4F83-9EA2-1D0B432851A7}">
      <dgm:prSet/>
      <dgm:spPr/>
      <dgm:t>
        <a:bodyPr/>
        <a:lstStyle/>
        <a:p>
          <a:r>
            <a:rPr lang="en-US"/>
            <a:t>Check Writer</a:t>
          </a:r>
        </a:p>
      </dgm:t>
    </dgm:pt>
    <dgm:pt modelId="{A2B7694A-63AF-44C6-A8FD-193BC5C034F3}" type="parTrans" cxnId="{52DF95DA-251B-45E4-9535-1A22EC5CD129}">
      <dgm:prSet/>
      <dgm:spPr/>
      <dgm:t>
        <a:bodyPr/>
        <a:lstStyle/>
        <a:p>
          <a:endParaRPr lang="en-US"/>
        </a:p>
      </dgm:t>
    </dgm:pt>
    <dgm:pt modelId="{2C0AE04C-06CD-4F7C-A482-0E25F786E70C}" type="sibTrans" cxnId="{52DF95DA-251B-45E4-9535-1A22EC5CD129}">
      <dgm:prSet/>
      <dgm:spPr/>
      <dgm:t>
        <a:bodyPr/>
        <a:lstStyle/>
        <a:p>
          <a:endParaRPr lang="en-US"/>
        </a:p>
      </dgm:t>
    </dgm:pt>
    <dgm:pt modelId="{ADAA22D9-A4C2-4EB9-BF5F-677431A92671}" type="pres">
      <dgm:prSet presAssocID="{076A33AD-38C7-4208-8D25-56EA6F899330}" presName="cycle" presStyleCnt="0">
        <dgm:presLayoutVars>
          <dgm:dir/>
          <dgm:resizeHandles val="exact"/>
        </dgm:presLayoutVars>
      </dgm:prSet>
      <dgm:spPr/>
    </dgm:pt>
    <dgm:pt modelId="{5BF81416-55AC-44C3-ABFC-9B040F443977}" type="pres">
      <dgm:prSet presAssocID="{44D4539D-99BD-4860-879D-A16204D48033}" presName="node" presStyleLbl="node1" presStyleIdx="0" presStyleCnt="5">
        <dgm:presLayoutVars>
          <dgm:bulletEnabled val="1"/>
        </dgm:presLayoutVars>
      </dgm:prSet>
      <dgm:spPr/>
    </dgm:pt>
    <dgm:pt modelId="{91D40832-CB45-4CDE-B7B1-FC9FC91310C5}" type="pres">
      <dgm:prSet presAssocID="{4C7D083A-A5D9-45F1-9E0A-6CBB5B3C916F}" presName="sibTrans" presStyleLbl="sibTrans2D1" presStyleIdx="0" presStyleCnt="5"/>
      <dgm:spPr/>
    </dgm:pt>
    <dgm:pt modelId="{C386462F-2ADB-451E-BB1F-085905B5A70B}" type="pres">
      <dgm:prSet presAssocID="{4C7D083A-A5D9-45F1-9E0A-6CBB5B3C916F}" presName="connectorText" presStyleLbl="sibTrans2D1" presStyleIdx="0" presStyleCnt="5"/>
      <dgm:spPr/>
    </dgm:pt>
    <dgm:pt modelId="{CC7A6FE9-1EA1-4F58-81BA-759874EAC8A1}" type="pres">
      <dgm:prSet presAssocID="{94854EE9-0EEC-4AEC-9641-DCE7C366710B}" presName="node" presStyleLbl="node1" presStyleIdx="1" presStyleCnt="5">
        <dgm:presLayoutVars>
          <dgm:bulletEnabled val="1"/>
        </dgm:presLayoutVars>
      </dgm:prSet>
      <dgm:spPr/>
    </dgm:pt>
    <dgm:pt modelId="{CE34DB22-07C6-4ABF-B7BC-2280D3E68C12}" type="pres">
      <dgm:prSet presAssocID="{54D3EBCD-5254-450D-A383-E2FE38FAD655}" presName="sibTrans" presStyleLbl="sibTrans2D1" presStyleIdx="1" presStyleCnt="5"/>
      <dgm:spPr/>
    </dgm:pt>
    <dgm:pt modelId="{1BD00A88-9B70-4FAC-A2FF-A9D454D95415}" type="pres">
      <dgm:prSet presAssocID="{54D3EBCD-5254-450D-A383-E2FE38FAD655}" presName="connectorText" presStyleLbl="sibTrans2D1" presStyleIdx="1" presStyleCnt="5"/>
      <dgm:spPr/>
    </dgm:pt>
    <dgm:pt modelId="{41353917-9306-4CDB-A880-ECE498EDE308}" type="pres">
      <dgm:prSet presAssocID="{4C88829C-A4F9-45B2-BDCB-2C8B3320AB2A}" presName="node" presStyleLbl="node1" presStyleIdx="2" presStyleCnt="5">
        <dgm:presLayoutVars>
          <dgm:bulletEnabled val="1"/>
        </dgm:presLayoutVars>
      </dgm:prSet>
      <dgm:spPr/>
    </dgm:pt>
    <dgm:pt modelId="{CF70FE3D-0A21-4A0E-8AF6-8DC56B5790A2}" type="pres">
      <dgm:prSet presAssocID="{2D2916F0-54E9-46C1-A6DF-60EDB1AB8C4D}" presName="sibTrans" presStyleLbl="sibTrans2D1" presStyleIdx="2" presStyleCnt="5"/>
      <dgm:spPr/>
    </dgm:pt>
    <dgm:pt modelId="{5C67C191-A47F-441E-9D70-8FED1B1D9986}" type="pres">
      <dgm:prSet presAssocID="{2D2916F0-54E9-46C1-A6DF-60EDB1AB8C4D}" presName="connectorText" presStyleLbl="sibTrans2D1" presStyleIdx="2" presStyleCnt="5"/>
      <dgm:spPr/>
    </dgm:pt>
    <dgm:pt modelId="{89097E7F-E42C-432A-975F-0F3A7CF1C249}" type="pres">
      <dgm:prSet presAssocID="{247C6100-FDE1-4C5B-A280-79B3FB3E2A98}" presName="node" presStyleLbl="node1" presStyleIdx="3" presStyleCnt="5">
        <dgm:presLayoutVars>
          <dgm:bulletEnabled val="1"/>
        </dgm:presLayoutVars>
      </dgm:prSet>
      <dgm:spPr/>
    </dgm:pt>
    <dgm:pt modelId="{648A2194-98FF-4AFE-BF66-28F11A96D889}" type="pres">
      <dgm:prSet presAssocID="{004DDAF2-49DA-4BD4-B239-0A8D447DC9AE}" presName="sibTrans" presStyleLbl="sibTrans2D1" presStyleIdx="3" presStyleCnt="5"/>
      <dgm:spPr/>
    </dgm:pt>
    <dgm:pt modelId="{47DB5CC3-5E96-4DE5-ACFE-F84F0A2630AE}" type="pres">
      <dgm:prSet presAssocID="{004DDAF2-49DA-4BD4-B239-0A8D447DC9AE}" presName="connectorText" presStyleLbl="sibTrans2D1" presStyleIdx="3" presStyleCnt="5"/>
      <dgm:spPr/>
    </dgm:pt>
    <dgm:pt modelId="{2C932AC0-F173-42FA-B11D-A0A5FD804612}" type="pres">
      <dgm:prSet presAssocID="{BC1826B7-FB95-4F83-9EA2-1D0B432851A7}" presName="node" presStyleLbl="node1" presStyleIdx="4" presStyleCnt="5">
        <dgm:presLayoutVars>
          <dgm:bulletEnabled val="1"/>
        </dgm:presLayoutVars>
      </dgm:prSet>
      <dgm:spPr/>
    </dgm:pt>
    <dgm:pt modelId="{8E492DB0-5E6E-48C4-9FE8-A155B7DD68C1}" type="pres">
      <dgm:prSet presAssocID="{2C0AE04C-06CD-4F7C-A482-0E25F786E70C}" presName="sibTrans" presStyleLbl="sibTrans2D1" presStyleIdx="4" presStyleCnt="5"/>
      <dgm:spPr/>
    </dgm:pt>
    <dgm:pt modelId="{E2AE43CB-8042-4DD0-9FC0-D4E082750467}" type="pres">
      <dgm:prSet presAssocID="{2C0AE04C-06CD-4F7C-A482-0E25F786E70C}" presName="connectorText" presStyleLbl="sibTrans2D1" presStyleIdx="4" presStyleCnt="5"/>
      <dgm:spPr/>
    </dgm:pt>
  </dgm:ptLst>
  <dgm:cxnLst>
    <dgm:cxn modelId="{E6C35809-1482-4531-A91C-BA3FFA54C3D5}" type="presOf" srcId="{54D3EBCD-5254-450D-A383-E2FE38FAD655}" destId="{1BD00A88-9B70-4FAC-A2FF-A9D454D95415}" srcOrd="1" destOrd="0" presId="urn:microsoft.com/office/officeart/2005/8/layout/cycle2"/>
    <dgm:cxn modelId="{C3819D19-54E8-4638-A46D-716F4A242387}" type="presOf" srcId="{4C7D083A-A5D9-45F1-9E0A-6CBB5B3C916F}" destId="{C386462F-2ADB-451E-BB1F-085905B5A70B}" srcOrd="1" destOrd="0" presId="urn:microsoft.com/office/officeart/2005/8/layout/cycle2"/>
    <dgm:cxn modelId="{C3F2B01D-BF25-48C6-AA87-5738ACD77F87}" type="presOf" srcId="{54D3EBCD-5254-450D-A383-E2FE38FAD655}" destId="{CE34DB22-07C6-4ABF-B7BC-2280D3E68C12}" srcOrd="0" destOrd="0" presId="urn:microsoft.com/office/officeart/2005/8/layout/cycle2"/>
    <dgm:cxn modelId="{B1E8383B-AC77-4926-98EE-0DCC7936721B}" type="presOf" srcId="{44D4539D-99BD-4860-879D-A16204D48033}" destId="{5BF81416-55AC-44C3-ABFC-9B040F443977}" srcOrd="0" destOrd="0" presId="urn:microsoft.com/office/officeart/2005/8/layout/cycle2"/>
    <dgm:cxn modelId="{3FE81343-6F12-42C6-8352-8F1DFD1B338A}" type="presOf" srcId="{4C88829C-A4F9-45B2-BDCB-2C8B3320AB2A}" destId="{41353917-9306-4CDB-A880-ECE498EDE308}" srcOrd="0" destOrd="0" presId="urn:microsoft.com/office/officeart/2005/8/layout/cycle2"/>
    <dgm:cxn modelId="{C419454C-9A15-49F9-94C3-D070D260E70A}" srcId="{076A33AD-38C7-4208-8D25-56EA6F899330}" destId="{44D4539D-99BD-4860-879D-A16204D48033}" srcOrd="0" destOrd="0" parTransId="{80271C17-7C02-422C-946F-C637EB2A7709}" sibTransId="{4C7D083A-A5D9-45F1-9E0A-6CBB5B3C916F}"/>
    <dgm:cxn modelId="{7A1AD96D-21CE-46B2-A039-5473F8998268}" type="presOf" srcId="{BC1826B7-FB95-4F83-9EA2-1D0B432851A7}" destId="{2C932AC0-F173-42FA-B11D-A0A5FD804612}" srcOrd="0" destOrd="0" presId="urn:microsoft.com/office/officeart/2005/8/layout/cycle2"/>
    <dgm:cxn modelId="{66AC804E-6DE7-4716-BB37-7326580EB2CF}" type="presOf" srcId="{004DDAF2-49DA-4BD4-B239-0A8D447DC9AE}" destId="{648A2194-98FF-4AFE-BF66-28F11A96D889}" srcOrd="0" destOrd="0" presId="urn:microsoft.com/office/officeart/2005/8/layout/cycle2"/>
    <dgm:cxn modelId="{F9385152-514D-47A9-8684-FD18A88C583E}" type="presOf" srcId="{076A33AD-38C7-4208-8D25-56EA6F899330}" destId="{ADAA22D9-A4C2-4EB9-BF5F-677431A92671}" srcOrd="0" destOrd="0" presId="urn:microsoft.com/office/officeart/2005/8/layout/cycle2"/>
    <dgm:cxn modelId="{F1CEDB57-3849-4F11-B424-49B3A37246C8}" type="presOf" srcId="{94854EE9-0EEC-4AEC-9641-DCE7C366710B}" destId="{CC7A6FE9-1EA1-4F58-81BA-759874EAC8A1}" srcOrd="0" destOrd="0" presId="urn:microsoft.com/office/officeart/2005/8/layout/cycle2"/>
    <dgm:cxn modelId="{B7BDA386-0E75-4ADE-A9C9-CCEA63A09A04}" type="presOf" srcId="{004DDAF2-49DA-4BD4-B239-0A8D447DC9AE}" destId="{47DB5CC3-5E96-4DE5-ACFE-F84F0A2630AE}" srcOrd="1" destOrd="0" presId="urn:microsoft.com/office/officeart/2005/8/layout/cycle2"/>
    <dgm:cxn modelId="{93E14C8C-0E51-4583-BD76-74F740844351}" type="presOf" srcId="{2D2916F0-54E9-46C1-A6DF-60EDB1AB8C4D}" destId="{CF70FE3D-0A21-4A0E-8AF6-8DC56B5790A2}" srcOrd="0" destOrd="0" presId="urn:microsoft.com/office/officeart/2005/8/layout/cycle2"/>
    <dgm:cxn modelId="{DC3D0BA9-DF3A-4FE2-B4A6-2CA42B9E17FE}" type="presOf" srcId="{2C0AE04C-06CD-4F7C-A482-0E25F786E70C}" destId="{8E492DB0-5E6E-48C4-9FE8-A155B7DD68C1}" srcOrd="0" destOrd="0" presId="urn:microsoft.com/office/officeart/2005/8/layout/cycle2"/>
    <dgm:cxn modelId="{EC0691C5-2B0C-4169-B60B-FB7C21BF624D}" srcId="{076A33AD-38C7-4208-8D25-56EA6F899330}" destId="{247C6100-FDE1-4C5B-A280-79B3FB3E2A98}" srcOrd="3" destOrd="0" parTransId="{C5AA08BA-9F40-42A9-8572-7FBB16DBA584}" sibTransId="{004DDAF2-49DA-4BD4-B239-0A8D447DC9AE}"/>
    <dgm:cxn modelId="{D60A09C6-0DD8-4DA3-A502-6115AEA89D2F}" type="presOf" srcId="{4C7D083A-A5D9-45F1-9E0A-6CBB5B3C916F}" destId="{91D40832-CB45-4CDE-B7B1-FC9FC91310C5}" srcOrd="0" destOrd="0" presId="urn:microsoft.com/office/officeart/2005/8/layout/cycle2"/>
    <dgm:cxn modelId="{97DB47CE-C52D-4861-BEBF-432D654EDFC4}" type="presOf" srcId="{2D2916F0-54E9-46C1-A6DF-60EDB1AB8C4D}" destId="{5C67C191-A47F-441E-9D70-8FED1B1D9986}" srcOrd="1" destOrd="0" presId="urn:microsoft.com/office/officeart/2005/8/layout/cycle2"/>
    <dgm:cxn modelId="{52DF95DA-251B-45E4-9535-1A22EC5CD129}" srcId="{076A33AD-38C7-4208-8D25-56EA6F899330}" destId="{BC1826B7-FB95-4F83-9EA2-1D0B432851A7}" srcOrd="4" destOrd="0" parTransId="{A2B7694A-63AF-44C6-A8FD-193BC5C034F3}" sibTransId="{2C0AE04C-06CD-4F7C-A482-0E25F786E70C}"/>
    <dgm:cxn modelId="{5654CBE0-9C2C-4C2D-BB4D-029827585CB3}" type="presOf" srcId="{2C0AE04C-06CD-4F7C-A482-0E25F786E70C}" destId="{E2AE43CB-8042-4DD0-9FC0-D4E082750467}" srcOrd="1" destOrd="0" presId="urn:microsoft.com/office/officeart/2005/8/layout/cycle2"/>
    <dgm:cxn modelId="{910744E2-5605-48CE-8751-746C671DB5A2}" srcId="{076A33AD-38C7-4208-8D25-56EA6F899330}" destId="{94854EE9-0EEC-4AEC-9641-DCE7C366710B}" srcOrd="1" destOrd="0" parTransId="{F9AE72EF-1E6A-4974-85B8-16291A35B209}" sibTransId="{54D3EBCD-5254-450D-A383-E2FE38FAD655}"/>
    <dgm:cxn modelId="{F96549F1-7D1C-41D9-9C3D-DEAA775C64A8}" type="presOf" srcId="{247C6100-FDE1-4C5B-A280-79B3FB3E2A98}" destId="{89097E7F-E42C-432A-975F-0F3A7CF1C249}" srcOrd="0" destOrd="0" presId="urn:microsoft.com/office/officeart/2005/8/layout/cycle2"/>
    <dgm:cxn modelId="{7DF8A1F5-FDF5-4423-A04A-043C12EB2182}" srcId="{076A33AD-38C7-4208-8D25-56EA6F899330}" destId="{4C88829C-A4F9-45B2-BDCB-2C8B3320AB2A}" srcOrd="2" destOrd="0" parTransId="{7096CD98-3F7C-4CFF-B992-2BC1B3483F60}" sibTransId="{2D2916F0-54E9-46C1-A6DF-60EDB1AB8C4D}"/>
    <dgm:cxn modelId="{990830F5-5DB0-403E-92A1-0366F92C024E}" type="presParOf" srcId="{ADAA22D9-A4C2-4EB9-BF5F-677431A92671}" destId="{5BF81416-55AC-44C3-ABFC-9B040F443977}" srcOrd="0" destOrd="0" presId="urn:microsoft.com/office/officeart/2005/8/layout/cycle2"/>
    <dgm:cxn modelId="{297EC7D2-0F32-4CB8-9156-E21FBF4B3D2D}" type="presParOf" srcId="{ADAA22D9-A4C2-4EB9-BF5F-677431A92671}" destId="{91D40832-CB45-4CDE-B7B1-FC9FC91310C5}" srcOrd="1" destOrd="0" presId="urn:microsoft.com/office/officeart/2005/8/layout/cycle2"/>
    <dgm:cxn modelId="{6BD6FA11-16AE-43EC-B3DB-DF0B36AA26BD}" type="presParOf" srcId="{91D40832-CB45-4CDE-B7B1-FC9FC91310C5}" destId="{C386462F-2ADB-451E-BB1F-085905B5A70B}" srcOrd="0" destOrd="0" presId="urn:microsoft.com/office/officeart/2005/8/layout/cycle2"/>
    <dgm:cxn modelId="{F02026A4-7961-447B-810D-223B174D771B}" type="presParOf" srcId="{ADAA22D9-A4C2-4EB9-BF5F-677431A92671}" destId="{CC7A6FE9-1EA1-4F58-81BA-759874EAC8A1}" srcOrd="2" destOrd="0" presId="urn:microsoft.com/office/officeart/2005/8/layout/cycle2"/>
    <dgm:cxn modelId="{953C8E12-BEEE-415E-B9B3-4C1361F0B4A1}" type="presParOf" srcId="{ADAA22D9-A4C2-4EB9-BF5F-677431A92671}" destId="{CE34DB22-07C6-4ABF-B7BC-2280D3E68C12}" srcOrd="3" destOrd="0" presId="urn:microsoft.com/office/officeart/2005/8/layout/cycle2"/>
    <dgm:cxn modelId="{752C1AE0-BDDA-4237-9083-FA855FF65AE7}" type="presParOf" srcId="{CE34DB22-07C6-4ABF-B7BC-2280D3E68C12}" destId="{1BD00A88-9B70-4FAC-A2FF-A9D454D95415}" srcOrd="0" destOrd="0" presId="urn:microsoft.com/office/officeart/2005/8/layout/cycle2"/>
    <dgm:cxn modelId="{C95007BF-087C-4D78-B6D5-45936CBE9986}" type="presParOf" srcId="{ADAA22D9-A4C2-4EB9-BF5F-677431A92671}" destId="{41353917-9306-4CDB-A880-ECE498EDE308}" srcOrd="4" destOrd="0" presId="urn:microsoft.com/office/officeart/2005/8/layout/cycle2"/>
    <dgm:cxn modelId="{4BAA4A62-B31E-4CBF-9A99-AAC20CECF935}" type="presParOf" srcId="{ADAA22D9-A4C2-4EB9-BF5F-677431A92671}" destId="{CF70FE3D-0A21-4A0E-8AF6-8DC56B5790A2}" srcOrd="5" destOrd="0" presId="urn:microsoft.com/office/officeart/2005/8/layout/cycle2"/>
    <dgm:cxn modelId="{2682EAA4-DBEE-4A10-8B8F-E2BBB5319AEA}" type="presParOf" srcId="{CF70FE3D-0A21-4A0E-8AF6-8DC56B5790A2}" destId="{5C67C191-A47F-441E-9D70-8FED1B1D9986}" srcOrd="0" destOrd="0" presId="urn:microsoft.com/office/officeart/2005/8/layout/cycle2"/>
    <dgm:cxn modelId="{3132ACB0-FF5A-4E88-B631-5860A66BD92A}" type="presParOf" srcId="{ADAA22D9-A4C2-4EB9-BF5F-677431A92671}" destId="{89097E7F-E42C-432A-975F-0F3A7CF1C249}" srcOrd="6" destOrd="0" presId="urn:microsoft.com/office/officeart/2005/8/layout/cycle2"/>
    <dgm:cxn modelId="{84A38C8C-3832-4A1A-B195-C7199B5605EA}" type="presParOf" srcId="{ADAA22D9-A4C2-4EB9-BF5F-677431A92671}" destId="{648A2194-98FF-4AFE-BF66-28F11A96D889}" srcOrd="7" destOrd="0" presId="urn:microsoft.com/office/officeart/2005/8/layout/cycle2"/>
    <dgm:cxn modelId="{0EDBABB6-2B4C-4E8F-B582-5C920305E66F}" type="presParOf" srcId="{648A2194-98FF-4AFE-BF66-28F11A96D889}" destId="{47DB5CC3-5E96-4DE5-ACFE-F84F0A2630AE}" srcOrd="0" destOrd="0" presId="urn:microsoft.com/office/officeart/2005/8/layout/cycle2"/>
    <dgm:cxn modelId="{B9492B04-977B-48B5-A991-2B42F105E95E}" type="presParOf" srcId="{ADAA22D9-A4C2-4EB9-BF5F-677431A92671}" destId="{2C932AC0-F173-42FA-B11D-A0A5FD804612}" srcOrd="8" destOrd="0" presId="urn:microsoft.com/office/officeart/2005/8/layout/cycle2"/>
    <dgm:cxn modelId="{158E289E-0566-4779-AF1D-DF3A144DBFF4}" type="presParOf" srcId="{ADAA22D9-A4C2-4EB9-BF5F-677431A92671}" destId="{8E492DB0-5E6E-48C4-9FE8-A155B7DD68C1}" srcOrd="9" destOrd="0" presId="urn:microsoft.com/office/officeart/2005/8/layout/cycle2"/>
    <dgm:cxn modelId="{704E1B2C-91E0-44CC-8BD5-DBE976727D46}" type="presParOf" srcId="{8E492DB0-5E6E-48C4-9FE8-A155B7DD68C1}" destId="{E2AE43CB-8042-4DD0-9FC0-D4E082750467}"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579DEAB-A3D5-4F31-8F38-DC6EA62C37F3}" type="doc">
      <dgm:prSet loTypeId="urn:microsoft.com/office/officeart/2005/8/layout/hList1" loCatId="list" qsTypeId="urn:microsoft.com/office/officeart/2005/8/quickstyle/simple2" qsCatId="simple" csTypeId="urn:microsoft.com/office/officeart/2005/8/colors/accent6_2" csCatId="accent6" phldr="1"/>
      <dgm:spPr/>
      <dgm:t>
        <a:bodyPr/>
        <a:lstStyle/>
        <a:p>
          <a:endParaRPr lang="en-US"/>
        </a:p>
      </dgm:t>
    </dgm:pt>
    <dgm:pt modelId="{05FC75D9-11C1-4423-ABCF-61D25EE891CF}">
      <dgm:prSet/>
      <dgm:spPr/>
      <dgm:t>
        <a:bodyPr/>
        <a:lstStyle/>
        <a:p>
          <a:r>
            <a:rPr kumimoji="0" lang="en-US" altLang="en-US" b="1" i="0" u="none" strike="noStrike" cap="none" normalizeH="0" baseline="0">
              <a:effectLst/>
              <a:latin typeface="+mn-lt"/>
            </a:rPr>
            <a:t>Phase 1: Clearing Houses (1853–1950s)</a:t>
          </a:r>
          <a:endParaRPr lang="en-US"/>
        </a:p>
      </dgm:t>
    </dgm:pt>
    <dgm:pt modelId="{8BAAF18C-EC69-4A33-A280-3D85DAA07B0F}" type="parTrans" cxnId="{63FEA0EA-2105-4D79-93A6-35C74EBE224A}">
      <dgm:prSet/>
      <dgm:spPr/>
      <dgm:t>
        <a:bodyPr/>
        <a:lstStyle/>
        <a:p>
          <a:endParaRPr lang="en-US"/>
        </a:p>
      </dgm:t>
    </dgm:pt>
    <dgm:pt modelId="{FC491D2F-4CDD-4BFF-B5C2-49C3314A7B23}" type="sibTrans" cxnId="{63FEA0EA-2105-4D79-93A6-35C74EBE224A}">
      <dgm:prSet/>
      <dgm:spPr/>
      <dgm:t>
        <a:bodyPr/>
        <a:lstStyle/>
        <a:p>
          <a:endParaRPr lang="en-US"/>
        </a:p>
      </dgm:t>
    </dgm:pt>
    <dgm:pt modelId="{9B9445A2-18AA-4D10-B8CB-59AA6C44D7B2}">
      <dgm:prSet/>
      <dgm:spPr/>
      <dgm:t>
        <a:bodyPr/>
        <a:lstStyle/>
        <a:p>
          <a:pPr>
            <a:buFont typeface="Arial" panose="020B0604020202020204" pitchFamily="34" charset="0"/>
            <a:buChar char="•"/>
          </a:pPr>
          <a:r>
            <a:rPr kumimoji="0" lang="en-US" altLang="en-US" b="0" i="0" u="none" strike="noStrike" cap="none" normalizeH="0" baseline="0" dirty="0">
              <a:effectLst/>
              <a:latin typeface="+mn-lt"/>
            </a:rPr>
            <a:t>Porters walked from bank to bank, carrying bags of gold (specie) to settle balances. </a:t>
          </a:r>
          <a:endParaRPr lang="en-US" dirty="0"/>
        </a:p>
      </dgm:t>
    </dgm:pt>
    <dgm:pt modelId="{2C286F40-32AE-4968-97F0-FB69B682606E}" type="parTrans" cxnId="{B54C3196-2E97-42D7-AEB7-A0B0B066AF2D}">
      <dgm:prSet/>
      <dgm:spPr/>
      <dgm:t>
        <a:bodyPr/>
        <a:lstStyle/>
        <a:p>
          <a:endParaRPr lang="en-US"/>
        </a:p>
      </dgm:t>
    </dgm:pt>
    <dgm:pt modelId="{DDBDA2D9-98F8-45A0-8A39-A5F942AB97E6}" type="sibTrans" cxnId="{B54C3196-2E97-42D7-AEB7-A0B0B066AF2D}">
      <dgm:prSet/>
      <dgm:spPr/>
      <dgm:t>
        <a:bodyPr/>
        <a:lstStyle/>
        <a:p>
          <a:endParaRPr lang="en-US"/>
        </a:p>
      </dgm:t>
    </dgm:pt>
    <dgm:pt modelId="{1FB456F1-1E23-4B08-8A24-8E5FBB77ACB7}">
      <dgm:prSet/>
      <dgm:spPr/>
      <dgm:t>
        <a:bodyPr/>
        <a:lstStyle/>
        <a:p>
          <a:r>
            <a:rPr kumimoji="0" lang="en-US" altLang="en-US" b="1" i="0" u="none" strike="noStrike" cap="none" normalizeH="0" baseline="0" dirty="0">
              <a:ln>
                <a:noFill/>
              </a:ln>
              <a:solidFill>
                <a:schemeClr val="tx1"/>
              </a:solidFill>
              <a:effectLst/>
              <a:latin typeface="+mn-lt"/>
            </a:rPr>
            <a:t>Phase 2: Automation – MICR and Sorters (1950s–2003) </a:t>
          </a:r>
          <a:endParaRPr lang="en-US" dirty="0">
            <a:solidFill>
              <a:schemeClr val="tx1"/>
            </a:solidFill>
          </a:endParaRPr>
        </a:p>
      </dgm:t>
    </dgm:pt>
    <dgm:pt modelId="{1572361C-2254-4C5E-B030-3D1B46509F0B}" type="parTrans" cxnId="{F9CE19CF-42C1-4912-AA30-BB1542F56450}">
      <dgm:prSet/>
      <dgm:spPr/>
      <dgm:t>
        <a:bodyPr/>
        <a:lstStyle/>
        <a:p>
          <a:endParaRPr lang="en-US"/>
        </a:p>
      </dgm:t>
    </dgm:pt>
    <dgm:pt modelId="{C61047F3-7312-4495-805F-5A1994833EA7}" type="sibTrans" cxnId="{F9CE19CF-42C1-4912-AA30-BB1542F56450}">
      <dgm:prSet/>
      <dgm:spPr/>
      <dgm:t>
        <a:bodyPr/>
        <a:lstStyle/>
        <a:p>
          <a:endParaRPr lang="en-US"/>
        </a:p>
      </dgm:t>
    </dgm:pt>
    <dgm:pt modelId="{C6FDA60B-0EED-4240-9480-B3D2857AB166}">
      <dgm:prSet/>
      <dgm:spPr/>
      <dgm:t>
        <a:bodyPr/>
        <a:lstStyle/>
        <a:p>
          <a:pPr>
            <a:buFont typeface="Arial" panose="020B0604020202020204" pitchFamily="34" charset="0"/>
            <a:buChar char="•"/>
          </a:pPr>
          <a:r>
            <a:rPr kumimoji="0" lang="en-US" altLang="en-US" b="0" i="0" u="none" strike="noStrike" cap="none" normalizeH="0" baseline="0" dirty="0">
              <a:ln>
                <a:noFill/>
              </a:ln>
              <a:solidFill>
                <a:srgbClr val="0A0A0A"/>
              </a:solidFill>
              <a:effectLst/>
              <a:latin typeface="+mn-lt"/>
            </a:rPr>
            <a:t>As check volumes exploded post-WWII, manual sorting became a bottleneck. </a:t>
          </a:r>
          <a:endParaRPr lang="en-US" dirty="0"/>
        </a:p>
      </dgm:t>
    </dgm:pt>
    <dgm:pt modelId="{F6F5877B-8193-47DA-88E0-708272DE8B79}" type="parTrans" cxnId="{90A8D70B-A8E7-46A7-B938-E495690B910B}">
      <dgm:prSet/>
      <dgm:spPr/>
      <dgm:t>
        <a:bodyPr/>
        <a:lstStyle/>
        <a:p>
          <a:endParaRPr lang="en-US"/>
        </a:p>
      </dgm:t>
    </dgm:pt>
    <dgm:pt modelId="{F8080850-ADBE-4696-A35F-FC116559BD08}" type="sibTrans" cxnId="{90A8D70B-A8E7-46A7-B938-E495690B910B}">
      <dgm:prSet/>
      <dgm:spPr/>
      <dgm:t>
        <a:bodyPr/>
        <a:lstStyle/>
        <a:p>
          <a:endParaRPr lang="en-US"/>
        </a:p>
      </dgm:t>
    </dgm:pt>
    <dgm:pt modelId="{890BBE20-DF8E-41E4-97FA-AFE2A8E87F8A}">
      <dgm:prSet/>
      <dgm:spPr/>
      <dgm:t>
        <a:bodyPr/>
        <a:lstStyle/>
        <a:p>
          <a:pPr>
            <a:buFont typeface="+mj-lt"/>
            <a:buAutoNum type="arabicPeriod"/>
          </a:pPr>
          <a:r>
            <a:rPr kumimoji="0" lang="en-US" altLang="en-US" b="1" i="0" u="none" strike="noStrike" cap="none" normalizeH="0" baseline="0">
              <a:effectLst/>
              <a:latin typeface="+mn-lt"/>
            </a:rPr>
            <a:t>The Problem</a:t>
          </a:r>
          <a:r>
            <a:rPr kumimoji="0" lang="en-US" altLang="en-US" b="0" i="0" u="none" strike="noStrike" cap="none" normalizeH="0" baseline="0">
              <a:effectLst/>
              <a:latin typeface="+mn-lt"/>
            </a:rPr>
            <a:t>: Increase in number of banks, porters had to gather on street corners for informal "</a:t>
          </a:r>
          <a:r>
            <a:rPr kumimoji="0" lang="en-US" altLang="en-US" b="1" i="0" u="none" strike="noStrike" cap="none" normalizeH="0" baseline="0">
              <a:effectLst/>
              <a:latin typeface="+mn-lt"/>
            </a:rPr>
            <a:t>Porters' Exchanges</a:t>
          </a:r>
          <a:r>
            <a:rPr kumimoji="0" lang="en-US" altLang="en-US" b="0" i="0" u="none" strike="noStrike" cap="none" normalizeH="0" baseline="0">
              <a:effectLst/>
              <a:latin typeface="+mn-lt"/>
            </a:rPr>
            <a:t>," leading to frequent record-keeping errors and security risks.</a:t>
          </a:r>
        </a:p>
      </dgm:t>
    </dgm:pt>
    <dgm:pt modelId="{45FACFD6-C373-40E9-BCB9-40922576BCDD}" type="parTrans" cxnId="{2F161790-2FE5-41AB-9690-C873582F4C31}">
      <dgm:prSet/>
      <dgm:spPr/>
      <dgm:t>
        <a:bodyPr/>
        <a:lstStyle/>
        <a:p>
          <a:endParaRPr lang="en-US"/>
        </a:p>
      </dgm:t>
    </dgm:pt>
    <dgm:pt modelId="{F7849634-FB14-4197-979B-2A323A8C8985}" type="sibTrans" cxnId="{2F161790-2FE5-41AB-9690-C873582F4C31}">
      <dgm:prSet/>
      <dgm:spPr/>
      <dgm:t>
        <a:bodyPr/>
        <a:lstStyle/>
        <a:p>
          <a:endParaRPr lang="en-US"/>
        </a:p>
      </dgm:t>
    </dgm:pt>
    <dgm:pt modelId="{2189C9F8-5E5D-4E21-96F7-F918F19CA38B}">
      <dgm:prSet/>
      <dgm:spPr/>
      <dgm:t>
        <a:bodyPr/>
        <a:lstStyle/>
        <a:p>
          <a:pPr>
            <a:buFont typeface="+mj-lt"/>
            <a:buAutoNum type="arabicPeriod"/>
          </a:pPr>
          <a:r>
            <a:rPr kumimoji="0" lang="en-US" altLang="en-US" b="1" i="0" u="none" strike="noStrike" cap="none" normalizeH="0" baseline="0">
              <a:effectLst/>
              <a:latin typeface="+mn-lt"/>
            </a:rPr>
            <a:t>The Innovation</a:t>
          </a:r>
          <a:r>
            <a:rPr kumimoji="0" lang="en-US" altLang="en-US" b="0" i="0" u="none" strike="noStrike" cap="none" normalizeH="0" baseline="0">
              <a:effectLst/>
              <a:latin typeface="+mn-lt"/>
            </a:rPr>
            <a:t>: In </a:t>
          </a:r>
          <a:r>
            <a:rPr kumimoji="0" lang="en-US" altLang="en-US" b="1" i="0" u="none" strike="noStrike" cap="none" normalizeH="0" baseline="0">
              <a:effectLst/>
              <a:latin typeface="+mn-lt"/>
            </a:rPr>
            <a:t>1853</a:t>
          </a:r>
          <a:r>
            <a:rPr kumimoji="0" lang="en-US" altLang="en-US" b="0" i="0" u="none" strike="noStrike" cap="none" normalizeH="0" baseline="0">
              <a:effectLst/>
              <a:latin typeface="+mn-lt"/>
            </a:rPr>
            <a:t>, the </a:t>
          </a:r>
          <a:r>
            <a:rPr kumimoji="0" lang="en-US" altLang="en-US" b="1" i="0" u="none" strike="noStrike" cap="none" normalizeH="0" baseline="0">
              <a:effectLst/>
              <a:latin typeface="+mn-lt"/>
            </a:rPr>
            <a:t>New York Clearing House </a:t>
          </a:r>
          <a:r>
            <a:rPr kumimoji="0" lang="en-US" altLang="en-US" b="0" i="0" u="none" strike="noStrike" cap="none" normalizeH="0" baseline="0">
              <a:effectLst/>
              <a:latin typeface="+mn-lt"/>
            </a:rPr>
            <a:t> was established as a central office where banks could meet to exchange checks and settle net balances.</a:t>
          </a:r>
        </a:p>
      </dgm:t>
    </dgm:pt>
    <dgm:pt modelId="{299B7289-9F07-46E1-BCEA-67AF929B302B}" type="parTrans" cxnId="{318E0C24-3861-406D-B621-BCC8B7FEB9CF}">
      <dgm:prSet/>
      <dgm:spPr/>
      <dgm:t>
        <a:bodyPr/>
        <a:lstStyle/>
        <a:p>
          <a:endParaRPr lang="en-US"/>
        </a:p>
      </dgm:t>
    </dgm:pt>
    <dgm:pt modelId="{1BA28041-6B9B-41C6-A648-71CE799A231C}" type="sibTrans" cxnId="{318E0C24-3861-406D-B621-BCC8B7FEB9CF}">
      <dgm:prSet/>
      <dgm:spPr/>
      <dgm:t>
        <a:bodyPr/>
        <a:lstStyle/>
        <a:p>
          <a:endParaRPr lang="en-US"/>
        </a:p>
      </dgm:t>
    </dgm:pt>
    <dgm:pt modelId="{6A636B87-3D45-4194-9E9F-BA54BD07B489}">
      <dgm:prSet/>
      <dgm:spPr/>
      <dgm:t>
        <a:bodyPr/>
        <a:lstStyle/>
        <a:p>
          <a:pPr>
            <a:buFont typeface="+mj-lt"/>
            <a:buAutoNum type="arabicPeriod"/>
          </a:pPr>
          <a:r>
            <a:rPr kumimoji="0" lang="en-US" altLang="en-US" b="1" i="0" u="none" strike="noStrike" cap="none" normalizeH="0" baseline="0">
              <a:effectLst/>
              <a:latin typeface="+mn-lt"/>
            </a:rPr>
            <a:t>Refinement</a:t>
          </a:r>
          <a:r>
            <a:rPr kumimoji="0" lang="en-US" altLang="en-US" b="0" i="0" u="none" strike="noStrike" cap="none" normalizeH="0" baseline="0">
              <a:effectLst/>
              <a:latin typeface="+mn-lt"/>
            </a:rPr>
            <a:t>: Banks began using "Clearing House Certificates" (quasi-currency) to settle accounts instead of moving physical gold, significantly reducing liquidity risks and the danger of bank runs. </a:t>
          </a:r>
        </a:p>
      </dgm:t>
    </dgm:pt>
    <dgm:pt modelId="{98C5C39B-6CF6-423E-A975-BDC656175566}" type="parTrans" cxnId="{5E9DA55E-F349-4424-8003-D5F3FD647DC6}">
      <dgm:prSet/>
      <dgm:spPr/>
      <dgm:t>
        <a:bodyPr/>
        <a:lstStyle/>
        <a:p>
          <a:endParaRPr lang="en-US"/>
        </a:p>
      </dgm:t>
    </dgm:pt>
    <dgm:pt modelId="{95896EEA-8BDE-48BA-899C-1F6261A845CB}" type="sibTrans" cxnId="{5E9DA55E-F349-4424-8003-D5F3FD647DC6}">
      <dgm:prSet/>
      <dgm:spPr/>
      <dgm:t>
        <a:bodyPr/>
        <a:lstStyle/>
        <a:p>
          <a:endParaRPr lang="en-US"/>
        </a:p>
      </dgm:t>
    </dgm:pt>
    <dgm:pt modelId="{58E4524F-08B2-426D-AFB9-8967812E7E53}">
      <dgm:prSet/>
      <dgm:spPr/>
      <dgm:t>
        <a:bodyPr/>
        <a:lstStyle/>
        <a:p>
          <a:pPr>
            <a:buFont typeface="+mj-lt"/>
            <a:buAutoNum type="arabicPeriod"/>
          </a:pPr>
          <a:r>
            <a:rPr kumimoji="0" lang="en-US" altLang="en-US" b="1" i="0" u="none" strike="noStrike" cap="none" normalizeH="0" baseline="0">
              <a:ln>
                <a:noFill/>
              </a:ln>
              <a:solidFill>
                <a:srgbClr val="0A0A0A"/>
              </a:solidFill>
              <a:effectLst/>
              <a:latin typeface="+mn-lt"/>
            </a:rPr>
            <a:t>MICR Technology</a:t>
          </a:r>
          <a:r>
            <a:rPr kumimoji="0" lang="en-US" altLang="en-US" b="0" i="0" u="none" strike="noStrike" cap="none" normalizeH="0" baseline="0">
              <a:ln>
                <a:noFill/>
              </a:ln>
              <a:solidFill>
                <a:srgbClr val="0A0A0A"/>
              </a:solidFill>
              <a:effectLst/>
              <a:latin typeface="+mn-lt"/>
            </a:rPr>
            <a:t>: This string of numbers at the bottom of a check uses magnetic ink containing iron oxide, which machines can read even if obscured by stamps or signatures.</a:t>
          </a:r>
          <a:endParaRPr kumimoji="0" lang="en-US" altLang="en-US" b="0" i="0" u="none" strike="noStrike" cap="none" normalizeH="0" baseline="0" dirty="0">
            <a:ln>
              <a:noFill/>
            </a:ln>
            <a:solidFill>
              <a:srgbClr val="0A0A0A"/>
            </a:solidFill>
            <a:effectLst/>
            <a:latin typeface="+mn-lt"/>
          </a:endParaRPr>
        </a:p>
      </dgm:t>
    </dgm:pt>
    <dgm:pt modelId="{43774BEA-51B8-42C9-8C09-2160342A9E2D}" type="parTrans" cxnId="{5170AC39-1E87-42F8-92AF-191341C036E8}">
      <dgm:prSet/>
      <dgm:spPr/>
      <dgm:t>
        <a:bodyPr/>
        <a:lstStyle/>
        <a:p>
          <a:endParaRPr lang="en-US"/>
        </a:p>
      </dgm:t>
    </dgm:pt>
    <dgm:pt modelId="{52D2B98F-AFBF-4F2C-9654-6D9E452AC3A1}" type="sibTrans" cxnId="{5170AC39-1E87-42F8-92AF-191341C036E8}">
      <dgm:prSet/>
      <dgm:spPr/>
      <dgm:t>
        <a:bodyPr/>
        <a:lstStyle/>
        <a:p>
          <a:endParaRPr lang="en-US"/>
        </a:p>
      </dgm:t>
    </dgm:pt>
    <dgm:pt modelId="{3D51FE7B-C57F-43EC-8295-054BE2EF3FB3}">
      <dgm:prSet/>
      <dgm:spPr/>
      <dgm:t>
        <a:bodyPr/>
        <a:lstStyle/>
        <a:p>
          <a:pPr>
            <a:buFont typeface="+mj-lt"/>
            <a:buAutoNum type="arabicPeriod"/>
          </a:pPr>
          <a:r>
            <a:rPr kumimoji="0" lang="en-US" altLang="en-US" b="1" i="0" u="none" strike="noStrike" cap="none" normalizeH="0" baseline="0">
              <a:ln>
                <a:noFill/>
              </a:ln>
              <a:solidFill>
                <a:srgbClr val="0A0A0A"/>
              </a:solidFill>
              <a:effectLst/>
              <a:latin typeface="+mn-lt"/>
            </a:rPr>
            <a:t>Reader-Sorters</a:t>
          </a:r>
          <a:r>
            <a:rPr kumimoji="0" lang="en-US" altLang="en-US" b="0" i="0" u="none" strike="noStrike" cap="none" normalizeH="0" baseline="0">
              <a:ln>
                <a:noFill/>
              </a:ln>
              <a:solidFill>
                <a:srgbClr val="0A0A0A"/>
              </a:solidFill>
              <a:effectLst/>
              <a:latin typeface="+mn-lt"/>
            </a:rPr>
            <a:t>: Specialized machines called reader-sorters were introduced to automate the process. These machines could "read" the MICR data (routing, account, and check numbers) and physically sort thousands of checks per hour into different bank "pockets" for distribution.</a:t>
          </a:r>
          <a:endParaRPr kumimoji="0" lang="en-US" altLang="en-US" b="0" i="0" u="none" strike="noStrike" cap="none" normalizeH="0" baseline="0" dirty="0">
            <a:ln>
              <a:noFill/>
            </a:ln>
            <a:solidFill>
              <a:srgbClr val="0A0A0A"/>
            </a:solidFill>
            <a:effectLst/>
            <a:latin typeface="+mn-lt"/>
          </a:endParaRPr>
        </a:p>
      </dgm:t>
    </dgm:pt>
    <dgm:pt modelId="{DA9A68C5-C113-4F4F-B404-C49633B7D5D5}" type="parTrans" cxnId="{A5B3A051-F965-4580-B893-44AF34252F76}">
      <dgm:prSet/>
      <dgm:spPr/>
      <dgm:t>
        <a:bodyPr/>
        <a:lstStyle/>
        <a:p>
          <a:endParaRPr lang="en-US"/>
        </a:p>
      </dgm:t>
    </dgm:pt>
    <dgm:pt modelId="{FFA80AE3-1195-4BFE-8F65-15AE0DC23057}" type="sibTrans" cxnId="{A5B3A051-F965-4580-B893-44AF34252F76}">
      <dgm:prSet/>
      <dgm:spPr/>
      <dgm:t>
        <a:bodyPr/>
        <a:lstStyle/>
        <a:p>
          <a:endParaRPr lang="en-US"/>
        </a:p>
      </dgm:t>
    </dgm:pt>
    <dgm:pt modelId="{A8181ECD-9B0E-4316-8C94-80E2F2494872}">
      <dgm:prSet/>
      <dgm:spPr/>
      <dgm:t>
        <a:bodyPr/>
        <a:lstStyle/>
        <a:p>
          <a:pPr>
            <a:buFont typeface="+mj-lt"/>
            <a:buAutoNum type="arabicPeriod"/>
          </a:pPr>
          <a:r>
            <a:rPr kumimoji="0" lang="en-US" altLang="en-US" b="1" i="0" u="none" strike="noStrike" cap="none" normalizeH="0" baseline="0" dirty="0">
              <a:ln>
                <a:noFill/>
              </a:ln>
              <a:solidFill>
                <a:srgbClr val="0A0A0A"/>
              </a:solidFill>
              <a:effectLst/>
              <a:latin typeface="+mn-lt"/>
            </a:rPr>
            <a:t>Impact</a:t>
          </a:r>
          <a:r>
            <a:rPr kumimoji="0" lang="en-US" altLang="en-US" b="0" i="0" u="none" strike="noStrike" cap="none" normalizeH="0" baseline="0" dirty="0">
              <a:ln>
                <a:noFill/>
              </a:ln>
              <a:solidFill>
                <a:srgbClr val="0A0A0A"/>
              </a:solidFill>
              <a:effectLst/>
              <a:latin typeface="+mn-lt"/>
            </a:rPr>
            <a:t>: Prior to this, clearing could take several days; with MICR, it became possible to process and clear checks within 24 hours. </a:t>
          </a:r>
        </a:p>
      </dgm:t>
    </dgm:pt>
    <dgm:pt modelId="{CEBBE348-EED7-41FD-B410-A1E95E30EFF7}" type="parTrans" cxnId="{375F9926-8EED-4B32-BDE0-5E7F0F3FD8B5}">
      <dgm:prSet/>
      <dgm:spPr/>
      <dgm:t>
        <a:bodyPr/>
        <a:lstStyle/>
        <a:p>
          <a:endParaRPr lang="en-US"/>
        </a:p>
      </dgm:t>
    </dgm:pt>
    <dgm:pt modelId="{9428D67D-142A-4595-87C3-CAE749CBDFDC}" type="sibTrans" cxnId="{375F9926-8EED-4B32-BDE0-5E7F0F3FD8B5}">
      <dgm:prSet/>
      <dgm:spPr/>
      <dgm:t>
        <a:bodyPr/>
        <a:lstStyle/>
        <a:p>
          <a:endParaRPr lang="en-US"/>
        </a:p>
      </dgm:t>
    </dgm:pt>
    <dgm:pt modelId="{DD9DC73B-BEED-461D-9B0C-D3F87D60A953}" type="pres">
      <dgm:prSet presAssocID="{0579DEAB-A3D5-4F31-8F38-DC6EA62C37F3}" presName="Name0" presStyleCnt="0">
        <dgm:presLayoutVars>
          <dgm:dir/>
          <dgm:animLvl val="lvl"/>
          <dgm:resizeHandles val="exact"/>
        </dgm:presLayoutVars>
      </dgm:prSet>
      <dgm:spPr/>
    </dgm:pt>
    <dgm:pt modelId="{6AB5277C-ABE0-4161-A8EE-6228A9DA7E81}" type="pres">
      <dgm:prSet presAssocID="{05FC75D9-11C1-4423-ABCF-61D25EE891CF}" presName="composite" presStyleCnt="0"/>
      <dgm:spPr/>
    </dgm:pt>
    <dgm:pt modelId="{5D941DA9-A542-49B7-9913-425738C54A85}" type="pres">
      <dgm:prSet presAssocID="{05FC75D9-11C1-4423-ABCF-61D25EE891CF}" presName="parTx" presStyleLbl="alignNode1" presStyleIdx="0" presStyleCnt="2">
        <dgm:presLayoutVars>
          <dgm:chMax val="0"/>
          <dgm:chPref val="0"/>
          <dgm:bulletEnabled val="1"/>
        </dgm:presLayoutVars>
      </dgm:prSet>
      <dgm:spPr/>
    </dgm:pt>
    <dgm:pt modelId="{113F34CF-757F-4170-B9FF-A0CB35724BBF}" type="pres">
      <dgm:prSet presAssocID="{05FC75D9-11C1-4423-ABCF-61D25EE891CF}" presName="desTx" presStyleLbl="alignAccFollowNode1" presStyleIdx="0" presStyleCnt="2">
        <dgm:presLayoutVars>
          <dgm:bulletEnabled val="1"/>
        </dgm:presLayoutVars>
      </dgm:prSet>
      <dgm:spPr/>
    </dgm:pt>
    <dgm:pt modelId="{FB97494B-63BA-426B-932A-A2E266671078}" type="pres">
      <dgm:prSet presAssocID="{FC491D2F-4CDD-4BFF-B5C2-49C3314A7B23}" presName="space" presStyleCnt="0"/>
      <dgm:spPr/>
    </dgm:pt>
    <dgm:pt modelId="{265855C7-C65B-457E-82D5-1EC35646DE0F}" type="pres">
      <dgm:prSet presAssocID="{1FB456F1-1E23-4B08-8A24-8E5FBB77ACB7}" presName="composite" presStyleCnt="0"/>
      <dgm:spPr/>
    </dgm:pt>
    <dgm:pt modelId="{0D1A1A7B-3B12-4FDC-8832-3CF0FF895BF8}" type="pres">
      <dgm:prSet presAssocID="{1FB456F1-1E23-4B08-8A24-8E5FBB77ACB7}" presName="parTx" presStyleLbl="alignNode1" presStyleIdx="1" presStyleCnt="2">
        <dgm:presLayoutVars>
          <dgm:chMax val="0"/>
          <dgm:chPref val="0"/>
          <dgm:bulletEnabled val="1"/>
        </dgm:presLayoutVars>
      </dgm:prSet>
      <dgm:spPr/>
    </dgm:pt>
    <dgm:pt modelId="{24DC7467-4BF2-4BA2-B4AC-2D91ECA6E327}" type="pres">
      <dgm:prSet presAssocID="{1FB456F1-1E23-4B08-8A24-8E5FBB77ACB7}" presName="desTx" presStyleLbl="alignAccFollowNode1" presStyleIdx="1" presStyleCnt="2">
        <dgm:presLayoutVars>
          <dgm:bulletEnabled val="1"/>
        </dgm:presLayoutVars>
      </dgm:prSet>
      <dgm:spPr/>
    </dgm:pt>
  </dgm:ptLst>
  <dgm:cxnLst>
    <dgm:cxn modelId="{90A8D70B-A8E7-46A7-B938-E495690B910B}" srcId="{1FB456F1-1E23-4B08-8A24-8E5FBB77ACB7}" destId="{C6FDA60B-0EED-4240-9480-B3D2857AB166}" srcOrd="0" destOrd="0" parTransId="{F6F5877B-8193-47DA-88E0-708272DE8B79}" sibTransId="{F8080850-ADBE-4696-A35F-FC116559BD08}"/>
    <dgm:cxn modelId="{F3608B16-C0BD-4954-A3D2-A4253CFC027E}" type="presOf" srcId="{A8181ECD-9B0E-4316-8C94-80E2F2494872}" destId="{24DC7467-4BF2-4BA2-B4AC-2D91ECA6E327}" srcOrd="0" destOrd="3" presId="urn:microsoft.com/office/officeart/2005/8/layout/hList1"/>
    <dgm:cxn modelId="{A43BF617-61D8-482D-8E11-DA2B23EC2F70}" type="presOf" srcId="{1FB456F1-1E23-4B08-8A24-8E5FBB77ACB7}" destId="{0D1A1A7B-3B12-4FDC-8832-3CF0FF895BF8}" srcOrd="0" destOrd="0" presId="urn:microsoft.com/office/officeart/2005/8/layout/hList1"/>
    <dgm:cxn modelId="{5F69781C-EC1F-4C1A-9252-8B4BA50BE1AB}" type="presOf" srcId="{C6FDA60B-0EED-4240-9480-B3D2857AB166}" destId="{24DC7467-4BF2-4BA2-B4AC-2D91ECA6E327}" srcOrd="0" destOrd="0" presId="urn:microsoft.com/office/officeart/2005/8/layout/hList1"/>
    <dgm:cxn modelId="{318E0C24-3861-406D-B621-BCC8B7FEB9CF}" srcId="{9B9445A2-18AA-4D10-B8CB-59AA6C44D7B2}" destId="{2189C9F8-5E5D-4E21-96F7-F918F19CA38B}" srcOrd="1" destOrd="0" parTransId="{299B7289-9F07-46E1-BCEA-67AF929B302B}" sibTransId="{1BA28041-6B9B-41C6-A648-71CE799A231C}"/>
    <dgm:cxn modelId="{375F9926-8EED-4B32-BDE0-5E7F0F3FD8B5}" srcId="{C6FDA60B-0EED-4240-9480-B3D2857AB166}" destId="{A8181ECD-9B0E-4316-8C94-80E2F2494872}" srcOrd="2" destOrd="0" parTransId="{CEBBE348-EED7-41FD-B410-A1E95E30EFF7}" sibTransId="{9428D67D-142A-4595-87C3-CAE749CBDFDC}"/>
    <dgm:cxn modelId="{2D3F592E-9D0C-445E-BD0E-6219CC487720}" type="presOf" srcId="{6A636B87-3D45-4194-9E9F-BA54BD07B489}" destId="{113F34CF-757F-4170-B9FF-A0CB35724BBF}" srcOrd="0" destOrd="3" presId="urn:microsoft.com/office/officeart/2005/8/layout/hList1"/>
    <dgm:cxn modelId="{5170AC39-1E87-42F8-92AF-191341C036E8}" srcId="{C6FDA60B-0EED-4240-9480-B3D2857AB166}" destId="{58E4524F-08B2-426D-AFB9-8967812E7E53}" srcOrd="0" destOrd="0" parTransId="{43774BEA-51B8-42C9-8C09-2160342A9E2D}" sibTransId="{52D2B98F-AFBF-4F2C-9654-6D9E452AC3A1}"/>
    <dgm:cxn modelId="{569A9B3C-9756-434A-A940-833961E2302F}" type="presOf" srcId="{9B9445A2-18AA-4D10-B8CB-59AA6C44D7B2}" destId="{113F34CF-757F-4170-B9FF-A0CB35724BBF}" srcOrd="0" destOrd="0" presId="urn:microsoft.com/office/officeart/2005/8/layout/hList1"/>
    <dgm:cxn modelId="{5E9DA55E-F349-4424-8003-D5F3FD647DC6}" srcId="{9B9445A2-18AA-4D10-B8CB-59AA6C44D7B2}" destId="{6A636B87-3D45-4194-9E9F-BA54BD07B489}" srcOrd="2" destOrd="0" parTransId="{98C5C39B-6CF6-423E-A975-BDC656175566}" sibTransId="{95896EEA-8BDE-48BA-899C-1F6261A845CB}"/>
    <dgm:cxn modelId="{0AE4D25E-EF59-4F01-9CF9-80229EF56192}" type="presOf" srcId="{3D51FE7B-C57F-43EC-8295-054BE2EF3FB3}" destId="{24DC7467-4BF2-4BA2-B4AC-2D91ECA6E327}" srcOrd="0" destOrd="2" presId="urn:microsoft.com/office/officeart/2005/8/layout/hList1"/>
    <dgm:cxn modelId="{A7295F61-6C72-466C-BE09-B6F8BFAAA06E}" type="presOf" srcId="{58E4524F-08B2-426D-AFB9-8967812E7E53}" destId="{24DC7467-4BF2-4BA2-B4AC-2D91ECA6E327}" srcOrd="0" destOrd="1" presId="urn:microsoft.com/office/officeart/2005/8/layout/hList1"/>
    <dgm:cxn modelId="{A5B3A051-F965-4580-B893-44AF34252F76}" srcId="{C6FDA60B-0EED-4240-9480-B3D2857AB166}" destId="{3D51FE7B-C57F-43EC-8295-054BE2EF3FB3}" srcOrd="1" destOrd="0" parTransId="{DA9A68C5-C113-4F4F-B404-C49633B7D5D5}" sibTransId="{FFA80AE3-1195-4BFE-8F65-15AE0DC23057}"/>
    <dgm:cxn modelId="{2F161790-2FE5-41AB-9690-C873582F4C31}" srcId="{9B9445A2-18AA-4D10-B8CB-59AA6C44D7B2}" destId="{890BBE20-DF8E-41E4-97FA-AFE2A8E87F8A}" srcOrd="0" destOrd="0" parTransId="{45FACFD6-C373-40E9-BCB9-40922576BCDD}" sibTransId="{F7849634-FB14-4197-979B-2A323A8C8985}"/>
    <dgm:cxn modelId="{B54C3196-2E97-42D7-AEB7-A0B0B066AF2D}" srcId="{05FC75D9-11C1-4423-ABCF-61D25EE891CF}" destId="{9B9445A2-18AA-4D10-B8CB-59AA6C44D7B2}" srcOrd="0" destOrd="0" parTransId="{2C286F40-32AE-4968-97F0-FB69B682606E}" sibTransId="{DDBDA2D9-98F8-45A0-8A39-A5F942AB97E6}"/>
    <dgm:cxn modelId="{C08ED4B0-AC2B-416C-ABA5-88D7A2576F19}" type="presOf" srcId="{2189C9F8-5E5D-4E21-96F7-F918F19CA38B}" destId="{113F34CF-757F-4170-B9FF-A0CB35724BBF}" srcOrd="0" destOrd="2" presId="urn:microsoft.com/office/officeart/2005/8/layout/hList1"/>
    <dgm:cxn modelId="{943356B7-AC12-4EDD-97C5-A0A316C30A40}" type="presOf" srcId="{890BBE20-DF8E-41E4-97FA-AFE2A8E87F8A}" destId="{113F34CF-757F-4170-B9FF-A0CB35724BBF}" srcOrd="0" destOrd="1" presId="urn:microsoft.com/office/officeart/2005/8/layout/hList1"/>
    <dgm:cxn modelId="{F9CE19CF-42C1-4912-AA30-BB1542F56450}" srcId="{0579DEAB-A3D5-4F31-8F38-DC6EA62C37F3}" destId="{1FB456F1-1E23-4B08-8A24-8E5FBB77ACB7}" srcOrd="1" destOrd="0" parTransId="{1572361C-2254-4C5E-B030-3D1B46509F0B}" sibTransId="{C61047F3-7312-4495-805F-5A1994833EA7}"/>
    <dgm:cxn modelId="{35B6ADD5-61ED-423B-B4E3-D10BA5C1052A}" type="presOf" srcId="{05FC75D9-11C1-4423-ABCF-61D25EE891CF}" destId="{5D941DA9-A542-49B7-9913-425738C54A85}" srcOrd="0" destOrd="0" presId="urn:microsoft.com/office/officeart/2005/8/layout/hList1"/>
    <dgm:cxn modelId="{FC8319E3-AA71-439A-A0CD-1DB9830AD439}" type="presOf" srcId="{0579DEAB-A3D5-4F31-8F38-DC6EA62C37F3}" destId="{DD9DC73B-BEED-461D-9B0C-D3F87D60A953}" srcOrd="0" destOrd="0" presId="urn:microsoft.com/office/officeart/2005/8/layout/hList1"/>
    <dgm:cxn modelId="{63FEA0EA-2105-4D79-93A6-35C74EBE224A}" srcId="{0579DEAB-A3D5-4F31-8F38-DC6EA62C37F3}" destId="{05FC75D9-11C1-4423-ABCF-61D25EE891CF}" srcOrd="0" destOrd="0" parTransId="{8BAAF18C-EC69-4A33-A280-3D85DAA07B0F}" sibTransId="{FC491D2F-4CDD-4BFF-B5C2-49C3314A7B23}"/>
    <dgm:cxn modelId="{C3A9847F-E24F-4E6B-8F22-0B309EE5B2D6}" type="presParOf" srcId="{DD9DC73B-BEED-461D-9B0C-D3F87D60A953}" destId="{6AB5277C-ABE0-4161-A8EE-6228A9DA7E81}" srcOrd="0" destOrd="0" presId="urn:microsoft.com/office/officeart/2005/8/layout/hList1"/>
    <dgm:cxn modelId="{72CB5857-54DC-43EB-85CB-E7AFB5A9E3AE}" type="presParOf" srcId="{6AB5277C-ABE0-4161-A8EE-6228A9DA7E81}" destId="{5D941DA9-A542-49B7-9913-425738C54A85}" srcOrd="0" destOrd="0" presId="urn:microsoft.com/office/officeart/2005/8/layout/hList1"/>
    <dgm:cxn modelId="{8ECB5AF0-BD57-4825-B9E6-437DBE2AB8EA}" type="presParOf" srcId="{6AB5277C-ABE0-4161-A8EE-6228A9DA7E81}" destId="{113F34CF-757F-4170-B9FF-A0CB35724BBF}" srcOrd="1" destOrd="0" presId="urn:microsoft.com/office/officeart/2005/8/layout/hList1"/>
    <dgm:cxn modelId="{288120E1-4B84-4D01-B8B3-8494756EC23A}" type="presParOf" srcId="{DD9DC73B-BEED-461D-9B0C-D3F87D60A953}" destId="{FB97494B-63BA-426B-932A-A2E266671078}" srcOrd="1" destOrd="0" presId="urn:microsoft.com/office/officeart/2005/8/layout/hList1"/>
    <dgm:cxn modelId="{F32FD639-ED3F-46B3-95EE-351CB1C02762}" type="presParOf" srcId="{DD9DC73B-BEED-461D-9B0C-D3F87D60A953}" destId="{265855C7-C65B-457E-82D5-1EC35646DE0F}" srcOrd="2" destOrd="0" presId="urn:microsoft.com/office/officeart/2005/8/layout/hList1"/>
    <dgm:cxn modelId="{2C07966D-B4F6-44AA-BB29-8AC57635D80F}" type="presParOf" srcId="{265855C7-C65B-457E-82D5-1EC35646DE0F}" destId="{0D1A1A7B-3B12-4FDC-8832-3CF0FF895BF8}" srcOrd="0" destOrd="0" presId="urn:microsoft.com/office/officeart/2005/8/layout/hList1"/>
    <dgm:cxn modelId="{A139C739-3932-4E11-8AE2-28EC47DE40A3}" type="presParOf" srcId="{265855C7-C65B-457E-82D5-1EC35646DE0F}" destId="{24DC7467-4BF2-4BA2-B4AC-2D91ECA6E32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579DEAB-A3D5-4F31-8F38-DC6EA62C37F3}" type="doc">
      <dgm:prSet loTypeId="urn:microsoft.com/office/officeart/2005/8/layout/hList1" loCatId="list" qsTypeId="urn:microsoft.com/office/officeart/2005/8/quickstyle/simple2" qsCatId="simple" csTypeId="urn:microsoft.com/office/officeart/2005/8/colors/accent6_2" csCatId="accent6" phldr="1"/>
      <dgm:spPr/>
      <dgm:t>
        <a:bodyPr/>
        <a:lstStyle/>
        <a:p>
          <a:endParaRPr lang="en-US"/>
        </a:p>
      </dgm:t>
    </dgm:pt>
    <dgm:pt modelId="{05FC75D9-11C1-4423-ABCF-61D25EE891CF}">
      <dgm:prSet/>
      <dgm:spPr/>
      <dgm:t>
        <a:bodyPr/>
        <a:lstStyle/>
        <a:p>
          <a:r>
            <a:rPr kumimoji="0" lang="en-US" altLang="en-US" b="1" i="0" u="none" strike="noStrike" cap="none" normalizeH="0" baseline="0" dirty="0">
              <a:ln>
                <a:noFill/>
              </a:ln>
              <a:solidFill>
                <a:schemeClr val="tx1"/>
              </a:solidFill>
              <a:effectLst/>
              <a:latin typeface="+mn-lt"/>
            </a:rPr>
            <a:t>Phase 3: Imaging (2004–Present)</a:t>
          </a:r>
          <a:endParaRPr lang="en-US" dirty="0">
            <a:solidFill>
              <a:schemeClr val="tx1"/>
            </a:solidFill>
          </a:endParaRPr>
        </a:p>
      </dgm:t>
    </dgm:pt>
    <dgm:pt modelId="{8BAAF18C-EC69-4A33-A280-3D85DAA07B0F}" type="parTrans" cxnId="{63FEA0EA-2105-4D79-93A6-35C74EBE224A}">
      <dgm:prSet/>
      <dgm:spPr/>
      <dgm:t>
        <a:bodyPr/>
        <a:lstStyle/>
        <a:p>
          <a:endParaRPr lang="en-US"/>
        </a:p>
      </dgm:t>
    </dgm:pt>
    <dgm:pt modelId="{FC491D2F-4CDD-4BFF-B5C2-49C3314A7B23}" type="sibTrans" cxnId="{63FEA0EA-2105-4D79-93A6-35C74EBE224A}">
      <dgm:prSet/>
      <dgm:spPr/>
      <dgm:t>
        <a:bodyPr/>
        <a:lstStyle/>
        <a:p>
          <a:endParaRPr lang="en-US"/>
        </a:p>
      </dgm:t>
    </dgm:pt>
    <dgm:pt modelId="{9B9445A2-18AA-4D10-B8CB-59AA6C44D7B2}">
      <dgm:prSet/>
      <dgm:spPr/>
      <dgm:t>
        <a:bodyPr/>
        <a:lstStyle/>
        <a:p>
          <a:pPr>
            <a:buFont typeface="Arial" panose="020B0604020202020204" pitchFamily="34" charset="0"/>
            <a:buNone/>
          </a:pPr>
          <a:r>
            <a:rPr kumimoji="0" lang="en-US" altLang="en-US" b="0" i="0" u="none" strike="noStrike" cap="none" normalizeH="0" baseline="0" dirty="0">
              <a:ln>
                <a:noFill/>
              </a:ln>
              <a:solidFill>
                <a:schemeClr val="bg1"/>
              </a:solidFill>
              <a:effectLst/>
              <a:latin typeface="+mn-lt"/>
            </a:rPr>
            <a:t>The final major shift moved the system from physical transport to digital transmission.</a:t>
          </a:r>
          <a:endParaRPr lang="en-US" dirty="0">
            <a:solidFill>
              <a:schemeClr val="bg1"/>
            </a:solidFill>
          </a:endParaRPr>
        </a:p>
      </dgm:t>
    </dgm:pt>
    <dgm:pt modelId="{2C286F40-32AE-4968-97F0-FB69B682606E}" type="parTrans" cxnId="{B54C3196-2E97-42D7-AEB7-A0B0B066AF2D}">
      <dgm:prSet/>
      <dgm:spPr/>
      <dgm:t>
        <a:bodyPr/>
        <a:lstStyle/>
        <a:p>
          <a:endParaRPr lang="en-US"/>
        </a:p>
      </dgm:t>
    </dgm:pt>
    <dgm:pt modelId="{DDBDA2D9-98F8-45A0-8A39-A5F942AB97E6}" type="sibTrans" cxnId="{B54C3196-2E97-42D7-AEB7-A0B0B066AF2D}">
      <dgm:prSet/>
      <dgm:spPr/>
      <dgm:t>
        <a:bodyPr/>
        <a:lstStyle/>
        <a:p>
          <a:endParaRPr lang="en-US"/>
        </a:p>
      </dgm:t>
    </dgm:pt>
    <dgm:pt modelId="{E7F55E54-1E50-49F2-96CC-06DAC28AFEAE}">
      <dgm:prSet/>
      <dgm:spPr/>
      <dgm:t>
        <a:bodyPr/>
        <a:lstStyle/>
        <a:p>
          <a:pPr>
            <a:buFont typeface="Arial" panose="020B0604020202020204" pitchFamily="34" charset="0"/>
            <a:buChar char="•"/>
          </a:pPr>
          <a:r>
            <a:rPr kumimoji="0" lang="en-US" altLang="en-US" b="1" i="0" u="none" strike="noStrike" cap="none" normalizeH="0" baseline="0">
              <a:ln>
                <a:noFill/>
              </a:ln>
              <a:solidFill>
                <a:schemeClr val="bg1"/>
              </a:solidFill>
              <a:effectLst/>
              <a:latin typeface="+mn-lt"/>
            </a:rPr>
            <a:t>The Catalyst</a:t>
          </a:r>
          <a:r>
            <a:rPr kumimoji="0" lang="en-US" altLang="en-US" b="0" i="0" u="none" strike="noStrike" cap="none" normalizeH="0" baseline="0">
              <a:ln>
                <a:noFill/>
              </a:ln>
              <a:solidFill>
                <a:schemeClr val="bg1"/>
              </a:solidFill>
              <a:effectLst/>
              <a:latin typeface="+mn-lt"/>
            </a:rPr>
            <a:t>: The </a:t>
          </a:r>
          <a:r>
            <a:rPr kumimoji="0" lang="en-US" altLang="en-US" b="1" i="0" u="none" strike="noStrike" cap="none" normalizeH="0" baseline="0">
              <a:ln>
                <a:noFill/>
              </a:ln>
              <a:solidFill>
                <a:schemeClr val="bg1"/>
              </a:solidFill>
              <a:effectLst/>
              <a:latin typeface="+mn-lt"/>
            </a:rPr>
            <a:t>9/11 attacks</a:t>
          </a:r>
          <a:r>
            <a:rPr kumimoji="0" lang="en-US" altLang="en-US" b="0" i="0" u="none" strike="noStrike" cap="none" normalizeH="0" baseline="0">
              <a:ln>
                <a:noFill/>
              </a:ln>
              <a:solidFill>
                <a:schemeClr val="bg1"/>
              </a:solidFill>
              <a:effectLst/>
              <a:latin typeface="+mn-lt"/>
            </a:rPr>
            <a:t> grounded planes across the US, halting the physical transport of checks and nearly freezing the financial system.</a:t>
          </a:r>
          <a:endParaRPr kumimoji="0" lang="en-US" altLang="en-US" b="0" i="0" u="none" strike="noStrike" cap="none" normalizeH="0" baseline="0" dirty="0">
            <a:ln>
              <a:noFill/>
            </a:ln>
            <a:solidFill>
              <a:schemeClr val="bg1"/>
            </a:solidFill>
            <a:effectLst/>
            <a:latin typeface="+mn-lt"/>
          </a:endParaRPr>
        </a:p>
      </dgm:t>
    </dgm:pt>
    <dgm:pt modelId="{5CCD8AA1-FC19-403B-AC29-04757D8824D2}" type="parTrans" cxnId="{6BCD41A1-3D9B-4A23-9959-514118A22674}">
      <dgm:prSet/>
      <dgm:spPr/>
      <dgm:t>
        <a:bodyPr/>
        <a:lstStyle/>
        <a:p>
          <a:endParaRPr lang="en-US"/>
        </a:p>
      </dgm:t>
    </dgm:pt>
    <dgm:pt modelId="{569B5C1D-4628-469C-B8C4-CD46730984DC}" type="sibTrans" cxnId="{6BCD41A1-3D9B-4A23-9959-514118A22674}">
      <dgm:prSet/>
      <dgm:spPr/>
      <dgm:t>
        <a:bodyPr/>
        <a:lstStyle/>
        <a:p>
          <a:endParaRPr lang="en-US"/>
        </a:p>
      </dgm:t>
    </dgm:pt>
    <dgm:pt modelId="{A5589916-9CA9-43D7-A2A3-944631304A70}">
      <dgm:prSet/>
      <dgm:spPr/>
      <dgm:t>
        <a:bodyPr/>
        <a:lstStyle/>
        <a:p>
          <a:pPr>
            <a:buFont typeface="Arial" panose="020B0604020202020204" pitchFamily="34" charset="0"/>
            <a:buChar char="•"/>
          </a:pPr>
          <a:r>
            <a:rPr kumimoji="0" lang="en-US" altLang="en-US" b="1" i="0" u="none" strike="noStrike" cap="none" normalizeH="0" baseline="0">
              <a:ln>
                <a:noFill/>
              </a:ln>
              <a:solidFill>
                <a:schemeClr val="bg1"/>
              </a:solidFill>
              <a:effectLst/>
              <a:latin typeface="+mn-lt"/>
            </a:rPr>
            <a:t>Check 21 Act</a:t>
          </a:r>
          <a:r>
            <a:rPr kumimoji="0" lang="en-US" altLang="en-US" b="0" i="0" u="none" strike="noStrike" cap="none" normalizeH="0" baseline="0">
              <a:ln>
                <a:noFill/>
              </a:ln>
              <a:solidFill>
                <a:schemeClr val="bg1"/>
              </a:solidFill>
              <a:effectLst/>
              <a:latin typeface="+mn-lt"/>
            </a:rPr>
            <a:t>: In response, the </a:t>
          </a:r>
          <a:r>
            <a:rPr kumimoji="0" lang="en-US" altLang="en-US" b="1" i="0" u="none" strike="noStrike" cap="none" normalizeH="0" baseline="0">
              <a:ln>
                <a:noFill/>
              </a:ln>
              <a:solidFill>
                <a:schemeClr val="bg1"/>
              </a:solidFill>
              <a:effectLst/>
              <a:latin typeface="+mn-lt"/>
            </a:rPr>
            <a:t>Check Clearing for the 21st Century Act (Check 21)</a:t>
          </a:r>
          <a:r>
            <a:rPr kumimoji="0" lang="en-US" altLang="en-US" b="0" i="0" u="none" strike="noStrike" cap="none" normalizeH="0" baseline="0">
              <a:ln>
                <a:noFill/>
              </a:ln>
              <a:solidFill>
                <a:schemeClr val="bg1"/>
              </a:solidFill>
              <a:effectLst/>
              <a:latin typeface="+mn-lt"/>
            </a:rPr>
            <a:t> went into effect on </a:t>
          </a:r>
          <a:r>
            <a:rPr kumimoji="0" lang="en-US" altLang="en-US" b="1" i="0" u="none" strike="noStrike" cap="none" normalizeH="0" baseline="0">
              <a:ln>
                <a:noFill/>
              </a:ln>
              <a:solidFill>
                <a:schemeClr val="bg1"/>
              </a:solidFill>
              <a:effectLst/>
              <a:latin typeface="+mn-lt"/>
            </a:rPr>
            <a:t>October 28, 2004</a:t>
          </a:r>
          <a:r>
            <a:rPr kumimoji="0" lang="en-US" altLang="en-US" b="0" i="0" u="none" strike="noStrike" cap="none" normalizeH="0" baseline="0">
              <a:ln>
                <a:noFill/>
              </a:ln>
              <a:solidFill>
                <a:schemeClr val="bg1"/>
              </a:solidFill>
              <a:effectLst/>
              <a:latin typeface="+mn-lt"/>
            </a:rPr>
            <a:t>.</a:t>
          </a:r>
          <a:endParaRPr kumimoji="0" lang="en-US" altLang="en-US" b="0" i="0" u="none" strike="noStrike" cap="none" normalizeH="0" baseline="0" dirty="0">
            <a:ln>
              <a:noFill/>
            </a:ln>
            <a:solidFill>
              <a:schemeClr val="bg1"/>
            </a:solidFill>
            <a:effectLst/>
            <a:latin typeface="+mn-lt"/>
          </a:endParaRPr>
        </a:p>
      </dgm:t>
    </dgm:pt>
    <dgm:pt modelId="{3AC31266-8C44-4444-9614-BDD0FFD9E932}" type="parTrans" cxnId="{49517587-96AD-4DF8-9F36-AFFEC05A4076}">
      <dgm:prSet/>
      <dgm:spPr/>
      <dgm:t>
        <a:bodyPr/>
        <a:lstStyle/>
        <a:p>
          <a:endParaRPr lang="en-US"/>
        </a:p>
      </dgm:t>
    </dgm:pt>
    <dgm:pt modelId="{07ECDE66-9DA4-4BF6-850B-84B96DC432DC}" type="sibTrans" cxnId="{49517587-96AD-4DF8-9F36-AFFEC05A4076}">
      <dgm:prSet/>
      <dgm:spPr/>
      <dgm:t>
        <a:bodyPr/>
        <a:lstStyle/>
        <a:p>
          <a:endParaRPr lang="en-US"/>
        </a:p>
      </dgm:t>
    </dgm:pt>
    <dgm:pt modelId="{32D04E8D-96E9-4D54-BCB7-5B4F25C77B67}">
      <dgm:prSet/>
      <dgm:spPr/>
      <dgm:t>
        <a:bodyPr/>
        <a:lstStyle/>
        <a:p>
          <a:pPr>
            <a:buFont typeface="Arial" panose="020B0604020202020204" pitchFamily="34" charset="0"/>
            <a:buChar char="•"/>
          </a:pPr>
          <a:r>
            <a:rPr kumimoji="0" lang="en-US" altLang="en-US" b="1" i="0" u="none" strike="noStrike" cap="none" normalizeH="0" baseline="0">
              <a:ln>
                <a:noFill/>
              </a:ln>
              <a:solidFill>
                <a:schemeClr val="bg1"/>
              </a:solidFill>
              <a:effectLst/>
              <a:latin typeface="+mn-lt"/>
            </a:rPr>
            <a:t>Check Truncation</a:t>
          </a:r>
          <a:r>
            <a:rPr kumimoji="0" lang="en-US" altLang="en-US" b="0" i="0" u="none" strike="noStrike" cap="none" normalizeH="0" baseline="0">
              <a:ln>
                <a:noFill/>
              </a:ln>
              <a:solidFill>
                <a:schemeClr val="bg1"/>
              </a:solidFill>
              <a:effectLst/>
              <a:latin typeface="+mn-lt"/>
            </a:rPr>
            <a:t>: The law allowed banks to "truncate" (stop) the physical check and instead transmit a digital image. If a paper document was still needed, banks could create a </a:t>
          </a:r>
          <a:r>
            <a:rPr kumimoji="0" lang="en-US" altLang="en-US" b="1" i="0" u="none" strike="noStrike" cap="none" normalizeH="0" baseline="0">
              <a:ln>
                <a:noFill/>
              </a:ln>
              <a:solidFill>
                <a:schemeClr val="bg1"/>
              </a:solidFill>
              <a:effectLst/>
              <a:latin typeface="+mn-lt"/>
            </a:rPr>
            <a:t>Substitute Check</a:t>
          </a:r>
          <a:r>
            <a:rPr kumimoji="0" lang="en-US" altLang="en-US" b="0" i="0" u="none" strike="noStrike" cap="none" normalizeH="0" baseline="0">
              <a:ln>
                <a:noFill/>
              </a:ln>
              <a:solidFill>
                <a:schemeClr val="bg1"/>
              </a:solidFill>
              <a:effectLst/>
              <a:latin typeface="+mn-lt"/>
            </a:rPr>
            <a:t>—a legal paper reproduction of the digital image.</a:t>
          </a:r>
          <a:endParaRPr kumimoji="0" lang="en-US" altLang="en-US" b="0" i="0" u="none" strike="noStrike" cap="none" normalizeH="0" baseline="0" dirty="0">
            <a:ln>
              <a:noFill/>
            </a:ln>
            <a:solidFill>
              <a:schemeClr val="bg1"/>
            </a:solidFill>
            <a:effectLst/>
            <a:latin typeface="+mn-lt"/>
          </a:endParaRPr>
        </a:p>
      </dgm:t>
    </dgm:pt>
    <dgm:pt modelId="{2D5217A7-673C-4D48-B701-FDAA875E3263}" type="parTrans" cxnId="{6E06EDDB-574E-433C-8338-2B6B74075056}">
      <dgm:prSet/>
      <dgm:spPr/>
      <dgm:t>
        <a:bodyPr/>
        <a:lstStyle/>
        <a:p>
          <a:endParaRPr lang="en-US"/>
        </a:p>
      </dgm:t>
    </dgm:pt>
    <dgm:pt modelId="{8C743D7D-6F6E-48F3-8AF0-98D1F4690F16}" type="sibTrans" cxnId="{6E06EDDB-574E-433C-8338-2B6B74075056}">
      <dgm:prSet/>
      <dgm:spPr/>
      <dgm:t>
        <a:bodyPr/>
        <a:lstStyle/>
        <a:p>
          <a:endParaRPr lang="en-US"/>
        </a:p>
      </dgm:t>
    </dgm:pt>
    <dgm:pt modelId="{32AEA2B6-7865-4385-9190-85301EE2F3AB}">
      <dgm:prSet/>
      <dgm:spPr/>
      <dgm:t>
        <a:bodyPr/>
        <a:lstStyle/>
        <a:p>
          <a:pPr>
            <a:buFont typeface="Arial" panose="020B0604020202020204" pitchFamily="34" charset="0"/>
            <a:buChar char="•"/>
          </a:pPr>
          <a:r>
            <a:rPr kumimoji="0" lang="en-US" altLang="en-US" b="1" i="0" u="none" strike="noStrike" cap="none" normalizeH="0" baseline="0" dirty="0">
              <a:ln>
                <a:noFill/>
              </a:ln>
              <a:solidFill>
                <a:schemeClr val="bg1"/>
              </a:solidFill>
              <a:effectLst/>
              <a:latin typeface="+mn-lt"/>
            </a:rPr>
            <a:t>Modern Result</a:t>
          </a:r>
          <a:r>
            <a:rPr kumimoji="0" lang="en-US" altLang="en-US" b="0" i="0" u="none" strike="noStrike" cap="none" normalizeH="0" baseline="0" dirty="0">
              <a:ln>
                <a:noFill/>
              </a:ln>
              <a:solidFill>
                <a:schemeClr val="bg1"/>
              </a:solidFill>
              <a:effectLst/>
              <a:latin typeface="+mn-lt"/>
            </a:rPr>
            <a:t>: This phase enabled </a:t>
          </a:r>
          <a:r>
            <a:rPr kumimoji="0" lang="en-US" altLang="en-US" b="1" i="0" u="none" strike="noStrike" cap="none" normalizeH="0" baseline="0" dirty="0">
              <a:ln>
                <a:noFill/>
              </a:ln>
              <a:solidFill>
                <a:schemeClr val="bg1"/>
              </a:solidFill>
              <a:effectLst/>
              <a:latin typeface="+mn-lt"/>
            </a:rPr>
            <a:t>Remote Deposit Capture (RDC)</a:t>
          </a:r>
          <a:r>
            <a:rPr kumimoji="0" lang="en-US" altLang="en-US" b="0" i="0" u="none" strike="noStrike" cap="none" normalizeH="0" baseline="0" dirty="0">
              <a:ln>
                <a:noFill/>
              </a:ln>
              <a:solidFill>
                <a:schemeClr val="bg1"/>
              </a:solidFill>
              <a:effectLst/>
              <a:latin typeface="+mn-lt"/>
            </a:rPr>
            <a:t>, allowing consumers and businesses to deposit checks via mobile phones or scanners without visiting a bank branch.</a:t>
          </a:r>
        </a:p>
      </dgm:t>
    </dgm:pt>
    <dgm:pt modelId="{5D37E936-DD6A-446D-91C8-1372FF2A685A}" type="parTrans" cxnId="{7DC03AD9-C456-49A5-BF93-73499A85DAA8}">
      <dgm:prSet/>
      <dgm:spPr/>
      <dgm:t>
        <a:bodyPr/>
        <a:lstStyle/>
        <a:p>
          <a:endParaRPr lang="en-US"/>
        </a:p>
      </dgm:t>
    </dgm:pt>
    <dgm:pt modelId="{287E1CAD-D803-49B3-AB95-2F5D1924EA87}" type="sibTrans" cxnId="{7DC03AD9-C456-49A5-BF93-73499A85DAA8}">
      <dgm:prSet/>
      <dgm:spPr/>
      <dgm:t>
        <a:bodyPr/>
        <a:lstStyle/>
        <a:p>
          <a:endParaRPr lang="en-US"/>
        </a:p>
      </dgm:t>
    </dgm:pt>
    <dgm:pt modelId="{6BAD955B-51CC-4EF4-8CCA-34AE6E7AA461}">
      <dgm:prSet/>
      <dgm:spPr/>
      <dgm:t>
        <a:bodyPr/>
        <a:lstStyle/>
        <a:p>
          <a:pPr>
            <a:buFont typeface="Arial" panose="020B0604020202020204" pitchFamily="34" charset="0"/>
            <a:buNone/>
          </a:pPr>
          <a:endParaRPr kumimoji="0" lang="en-US" altLang="en-US" b="0" i="0" u="none" strike="noStrike" cap="none" normalizeH="0" baseline="0" dirty="0">
            <a:ln>
              <a:noFill/>
            </a:ln>
            <a:solidFill>
              <a:schemeClr val="bg1"/>
            </a:solidFill>
            <a:effectLst/>
            <a:latin typeface="+mn-lt"/>
          </a:endParaRPr>
        </a:p>
      </dgm:t>
    </dgm:pt>
    <dgm:pt modelId="{F7C3348C-702B-4EA5-AB20-9A4BF198FB0C}" type="parTrans" cxnId="{A40EDB2B-1545-4B01-BC39-8A62474573CB}">
      <dgm:prSet/>
      <dgm:spPr/>
      <dgm:t>
        <a:bodyPr/>
        <a:lstStyle/>
        <a:p>
          <a:endParaRPr lang="en-US"/>
        </a:p>
      </dgm:t>
    </dgm:pt>
    <dgm:pt modelId="{1B326F61-EDD9-454E-B776-DD35DB622748}" type="sibTrans" cxnId="{A40EDB2B-1545-4B01-BC39-8A62474573CB}">
      <dgm:prSet/>
      <dgm:spPr/>
      <dgm:t>
        <a:bodyPr/>
        <a:lstStyle/>
        <a:p>
          <a:endParaRPr lang="en-US"/>
        </a:p>
      </dgm:t>
    </dgm:pt>
    <dgm:pt modelId="{8C04E340-ECD8-4052-8606-7678BDEBF3F9}">
      <dgm:prSet/>
      <dgm:spPr/>
      <dgm:t>
        <a:bodyPr/>
        <a:lstStyle/>
        <a:p>
          <a:pPr>
            <a:buFont typeface="Arial" panose="020B0604020202020204" pitchFamily="34" charset="0"/>
            <a:buChar char="•"/>
          </a:pPr>
          <a:r>
            <a:rPr kumimoji="0" lang="en-US" altLang="en-US" b="1" i="0" u="none" strike="noStrike" cap="none" normalizeH="0" baseline="0" dirty="0">
              <a:ln>
                <a:noFill/>
              </a:ln>
              <a:solidFill>
                <a:schemeClr val="bg1"/>
              </a:solidFill>
              <a:effectLst/>
              <a:latin typeface="+mn-lt"/>
            </a:rPr>
            <a:t>By 2010, 99% </a:t>
          </a:r>
          <a:r>
            <a:rPr kumimoji="0" lang="en-US" altLang="en-US" b="0" i="0" u="none" strike="noStrike" cap="none" normalizeH="0" baseline="0" dirty="0">
              <a:ln>
                <a:noFill/>
              </a:ln>
              <a:solidFill>
                <a:schemeClr val="bg1"/>
              </a:solidFill>
              <a:effectLst/>
              <a:latin typeface="+mn-lt"/>
            </a:rPr>
            <a:t>of checks clearing through the Fed was processed electronically</a:t>
          </a:r>
        </a:p>
      </dgm:t>
    </dgm:pt>
    <dgm:pt modelId="{0F8E5881-67D6-445B-9366-7A136645510E}" type="parTrans" cxnId="{DA2FD271-44BF-4A94-B097-14588CBCA5DC}">
      <dgm:prSet/>
      <dgm:spPr/>
      <dgm:t>
        <a:bodyPr/>
        <a:lstStyle/>
        <a:p>
          <a:endParaRPr lang="en-US"/>
        </a:p>
      </dgm:t>
    </dgm:pt>
    <dgm:pt modelId="{6A545700-9C0C-4412-873F-4C5CC51B3533}" type="sibTrans" cxnId="{DA2FD271-44BF-4A94-B097-14588CBCA5DC}">
      <dgm:prSet/>
      <dgm:spPr/>
      <dgm:t>
        <a:bodyPr/>
        <a:lstStyle/>
        <a:p>
          <a:endParaRPr lang="en-US"/>
        </a:p>
      </dgm:t>
    </dgm:pt>
    <dgm:pt modelId="{DD9DC73B-BEED-461D-9B0C-D3F87D60A953}" type="pres">
      <dgm:prSet presAssocID="{0579DEAB-A3D5-4F31-8F38-DC6EA62C37F3}" presName="Name0" presStyleCnt="0">
        <dgm:presLayoutVars>
          <dgm:dir/>
          <dgm:animLvl val="lvl"/>
          <dgm:resizeHandles val="exact"/>
        </dgm:presLayoutVars>
      </dgm:prSet>
      <dgm:spPr/>
    </dgm:pt>
    <dgm:pt modelId="{6AB5277C-ABE0-4161-A8EE-6228A9DA7E81}" type="pres">
      <dgm:prSet presAssocID="{05FC75D9-11C1-4423-ABCF-61D25EE891CF}" presName="composite" presStyleCnt="0"/>
      <dgm:spPr/>
    </dgm:pt>
    <dgm:pt modelId="{5D941DA9-A542-49B7-9913-425738C54A85}" type="pres">
      <dgm:prSet presAssocID="{05FC75D9-11C1-4423-ABCF-61D25EE891CF}" presName="parTx" presStyleLbl="alignNode1" presStyleIdx="0" presStyleCnt="1">
        <dgm:presLayoutVars>
          <dgm:chMax val="0"/>
          <dgm:chPref val="0"/>
          <dgm:bulletEnabled val="1"/>
        </dgm:presLayoutVars>
      </dgm:prSet>
      <dgm:spPr/>
    </dgm:pt>
    <dgm:pt modelId="{113F34CF-757F-4170-B9FF-A0CB35724BBF}" type="pres">
      <dgm:prSet presAssocID="{05FC75D9-11C1-4423-ABCF-61D25EE891CF}" presName="desTx" presStyleLbl="alignAccFollowNode1" presStyleIdx="0" presStyleCnt="1">
        <dgm:presLayoutVars>
          <dgm:bulletEnabled val="1"/>
        </dgm:presLayoutVars>
      </dgm:prSet>
      <dgm:spPr/>
    </dgm:pt>
  </dgm:ptLst>
  <dgm:cxnLst>
    <dgm:cxn modelId="{0ABAFB0F-04EA-4DD6-AB85-5771C91EA553}" type="presOf" srcId="{8C04E340-ECD8-4052-8606-7678BDEBF3F9}" destId="{113F34CF-757F-4170-B9FF-A0CB35724BBF}" srcOrd="0" destOrd="5" presId="urn:microsoft.com/office/officeart/2005/8/layout/hList1"/>
    <dgm:cxn modelId="{E821A014-6F4C-4364-ABE3-F80FB902A915}" type="presOf" srcId="{9B9445A2-18AA-4D10-B8CB-59AA6C44D7B2}" destId="{113F34CF-757F-4170-B9FF-A0CB35724BBF}" srcOrd="0" destOrd="0" presId="urn:microsoft.com/office/officeart/2005/8/layout/hList1"/>
    <dgm:cxn modelId="{A40EDB2B-1545-4B01-BC39-8A62474573CB}" srcId="{05FC75D9-11C1-4423-ABCF-61D25EE891CF}" destId="{6BAD955B-51CC-4EF4-8CCA-34AE6E7AA461}" srcOrd="1" destOrd="0" parTransId="{F7C3348C-702B-4EA5-AB20-9A4BF198FB0C}" sibTransId="{1B326F61-EDD9-454E-B776-DD35DB622748}"/>
    <dgm:cxn modelId="{BCBEDF31-6FD2-49C3-858A-4F06EB02CDCA}" type="presOf" srcId="{32AEA2B6-7865-4385-9190-85301EE2F3AB}" destId="{113F34CF-757F-4170-B9FF-A0CB35724BBF}" srcOrd="0" destOrd="4" presId="urn:microsoft.com/office/officeart/2005/8/layout/hList1"/>
    <dgm:cxn modelId="{DA2FD271-44BF-4A94-B097-14588CBCA5DC}" srcId="{9B9445A2-18AA-4D10-B8CB-59AA6C44D7B2}" destId="{8C04E340-ECD8-4052-8606-7678BDEBF3F9}" srcOrd="4" destOrd="0" parTransId="{0F8E5881-67D6-445B-9366-7A136645510E}" sibTransId="{6A545700-9C0C-4412-873F-4C5CC51B3533}"/>
    <dgm:cxn modelId="{E08E3073-31AF-4344-B97A-22935138EBA8}" type="presOf" srcId="{32D04E8D-96E9-4D54-BCB7-5B4F25C77B67}" destId="{113F34CF-757F-4170-B9FF-A0CB35724BBF}" srcOrd="0" destOrd="3" presId="urn:microsoft.com/office/officeart/2005/8/layout/hList1"/>
    <dgm:cxn modelId="{4E962F84-9A5C-4A34-A0F4-4F2677AB14A5}" type="presOf" srcId="{A5589916-9CA9-43D7-A2A3-944631304A70}" destId="{113F34CF-757F-4170-B9FF-A0CB35724BBF}" srcOrd="0" destOrd="2" presId="urn:microsoft.com/office/officeart/2005/8/layout/hList1"/>
    <dgm:cxn modelId="{49517587-96AD-4DF8-9F36-AFFEC05A4076}" srcId="{9B9445A2-18AA-4D10-B8CB-59AA6C44D7B2}" destId="{A5589916-9CA9-43D7-A2A3-944631304A70}" srcOrd="1" destOrd="0" parTransId="{3AC31266-8C44-4444-9614-BDD0FFD9E932}" sibTransId="{07ECDE66-9DA4-4BF6-850B-84B96DC432DC}"/>
    <dgm:cxn modelId="{85CC2294-FAA8-47A8-A303-8676E201F652}" type="presOf" srcId="{6BAD955B-51CC-4EF4-8CCA-34AE6E7AA461}" destId="{113F34CF-757F-4170-B9FF-A0CB35724BBF}" srcOrd="0" destOrd="6" presId="urn:microsoft.com/office/officeart/2005/8/layout/hList1"/>
    <dgm:cxn modelId="{B54C3196-2E97-42D7-AEB7-A0B0B066AF2D}" srcId="{05FC75D9-11C1-4423-ABCF-61D25EE891CF}" destId="{9B9445A2-18AA-4D10-B8CB-59AA6C44D7B2}" srcOrd="0" destOrd="0" parTransId="{2C286F40-32AE-4968-97F0-FB69B682606E}" sibTransId="{DDBDA2D9-98F8-45A0-8A39-A5F942AB97E6}"/>
    <dgm:cxn modelId="{96F7E69D-6188-410E-838C-CF78895625B4}" type="presOf" srcId="{05FC75D9-11C1-4423-ABCF-61D25EE891CF}" destId="{5D941DA9-A542-49B7-9913-425738C54A85}" srcOrd="0" destOrd="0" presId="urn:microsoft.com/office/officeart/2005/8/layout/hList1"/>
    <dgm:cxn modelId="{6BCD41A1-3D9B-4A23-9959-514118A22674}" srcId="{9B9445A2-18AA-4D10-B8CB-59AA6C44D7B2}" destId="{E7F55E54-1E50-49F2-96CC-06DAC28AFEAE}" srcOrd="0" destOrd="0" parTransId="{5CCD8AA1-FC19-403B-AC29-04757D8824D2}" sibTransId="{569B5C1D-4628-469C-B8C4-CD46730984DC}"/>
    <dgm:cxn modelId="{7DC03AD9-C456-49A5-BF93-73499A85DAA8}" srcId="{9B9445A2-18AA-4D10-B8CB-59AA6C44D7B2}" destId="{32AEA2B6-7865-4385-9190-85301EE2F3AB}" srcOrd="3" destOrd="0" parTransId="{5D37E936-DD6A-446D-91C8-1372FF2A685A}" sibTransId="{287E1CAD-D803-49B3-AB95-2F5D1924EA87}"/>
    <dgm:cxn modelId="{6E06EDDB-574E-433C-8338-2B6B74075056}" srcId="{9B9445A2-18AA-4D10-B8CB-59AA6C44D7B2}" destId="{32D04E8D-96E9-4D54-BCB7-5B4F25C77B67}" srcOrd="2" destOrd="0" parTransId="{2D5217A7-673C-4D48-B701-FDAA875E3263}" sibTransId="{8C743D7D-6F6E-48F3-8AF0-98D1F4690F16}"/>
    <dgm:cxn modelId="{FC8319E3-AA71-439A-A0CD-1DB9830AD439}" type="presOf" srcId="{0579DEAB-A3D5-4F31-8F38-DC6EA62C37F3}" destId="{DD9DC73B-BEED-461D-9B0C-D3F87D60A953}" srcOrd="0" destOrd="0" presId="urn:microsoft.com/office/officeart/2005/8/layout/hList1"/>
    <dgm:cxn modelId="{CE7127E4-9CF3-46A6-A721-64A61A5AF153}" type="presOf" srcId="{E7F55E54-1E50-49F2-96CC-06DAC28AFEAE}" destId="{113F34CF-757F-4170-B9FF-A0CB35724BBF}" srcOrd="0" destOrd="1" presId="urn:microsoft.com/office/officeart/2005/8/layout/hList1"/>
    <dgm:cxn modelId="{63FEA0EA-2105-4D79-93A6-35C74EBE224A}" srcId="{0579DEAB-A3D5-4F31-8F38-DC6EA62C37F3}" destId="{05FC75D9-11C1-4423-ABCF-61D25EE891CF}" srcOrd="0" destOrd="0" parTransId="{8BAAF18C-EC69-4A33-A280-3D85DAA07B0F}" sibTransId="{FC491D2F-4CDD-4BFF-B5C2-49C3314A7B23}"/>
    <dgm:cxn modelId="{364404FF-3B34-4C17-B676-CFC0CC0A6916}" type="presParOf" srcId="{DD9DC73B-BEED-461D-9B0C-D3F87D60A953}" destId="{6AB5277C-ABE0-4161-A8EE-6228A9DA7E81}" srcOrd="0" destOrd="0" presId="urn:microsoft.com/office/officeart/2005/8/layout/hList1"/>
    <dgm:cxn modelId="{1EC7E537-0D6E-4289-BFDE-89A1D0ECB9B0}" type="presParOf" srcId="{6AB5277C-ABE0-4161-A8EE-6228A9DA7E81}" destId="{5D941DA9-A542-49B7-9913-425738C54A85}" srcOrd="0" destOrd="0" presId="urn:microsoft.com/office/officeart/2005/8/layout/hList1"/>
    <dgm:cxn modelId="{2C1FD53D-0030-4D6F-BB6D-ABC285CD2077}" type="presParOf" srcId="{6AB5277C-ABE0-4161-A8EE-6228A9DA7E81}" destId="{113F34CF-757F-4170-B9FF-A0CB35724BB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322D509-E633-4FB0-95FD-C8454D769EC2}"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28BEE705-87CE-4B63-B77B-9EC596B12365}">
      <dgm:prSet custT="1"/>
      <dgm:spPr/>
      <dgm:t>
        <a:bodyPr/>
        <a:lstStyle/>
        <a:p>
          <a:pPr>
            <a:lnSpc>
              <a:spcPct val="100000"/>
            </a:lnSpc>
          </a:pPr>
          <a:r>
            <a:rPr lang="en-US" sz="2000" dirty="0"/>
            <a:t>Non-Sufficient Funds (NSF) fee is a good income for banks</a:t>
          </a:r>
        </a:p>
      </dgm:t>
    </dgm:pt>
    <dgm:pt modelId="{52641A9F-F643-443B-9A7F-DB547B5B72DF}" type="parTrans" cxnId="{F38880A5-F7A7-4CD9-9281-CA5D470D0BCE}">
      <dgm:prSet/>
      <dgm:spPr/>
      <dgm:t>
        <a:bodyPr/>
        <a:lstStyle/>
        <a:p>
          <a:endParaRPr lang="en-US" sz="2000"/>
        </a:p>
      </dgm:t>
    </dgm:pt>
    <dgm:pt modelId="{34976122-C221-4293-B8D0-EB7BD552C412}" type="sibTrans" cxnId="{F38880A5-F7A7-4CD9-9281-CA5D470D0BCE}">
      <dgm:prSet/>
      <dgm:spPr/>
      <dgm:t>
        <a:bodyPr/>
        <a:lstStyle/>
        <a:p>
          <a:pPr>
            <a:lnSpc>
              <a:spcPct val="100000"/>
            </a:lnSpc>
          </a:pPr>
          <a:endParaRPr lang="en-US" sz="2000"/>
        </a:p>
      </dgm:t>
    </dgm:pt>
    <dgm:pt modelId="{BD29DF19-D5BB-4008-9D4D-C8096C7FDCD7}">
      <dgm:prSet custT="1"/>
      <dgm:spPr/>
      <dgm:t>
        <a:bodyPr/>
        <a:lstStyle/>
        <a:p>
          <a:pPr>
            <a:lnSpc>
              <a:spcPct val="100000"/>
            </a:lnSpc>
          </a:pPr>
          <a:r>
            <a:rPr lang="en-US" sz="2000" dirty="0"/>
            <a:t>Checking accounts – bundled service by Banks</a:t>
          </a:r>
        </a:p>
      </dgm:t>
    </dgm:pt>
    <dgm:pt modelId="{899AB555-7006-43A8-9B7F-03F336EF00DE}" type="parTrans" cxnId="{EAB890F9-A56E-41D7-8339-EF46BDF2AE72}">
      <dgm:prSet/>
      <dgm:spPr/>
      <dgm:t>
        <a:bodyPr/>
        <a:lstStyle/>
        <a:p>
          <a:endParaRPr lang="en-US" sz="2000"/>
        </a:p>
      </dgm:t>
    </dgm:pt>
    <dgm:pt modelId="{9066B2B2-7B6F-43A0-996A-9187A2D8C5D3}" type="sibTrans" cxnId="{EAB890F9-A56E-41D7-8339-EF46BDF2AE72}">
      <dgm:prSet/>
      <dgm:spPr/>
      <dgm:t>
        <a:bodyPr/>
        <a:lstStyle/>
        <a:p>
          <a:pPr>
            <a:lnSpc>
              <a:spcPct val="100000"/>
            </a:lnSpc>
          </a:pPr>
          <a:endParaRPr lang="en-US" sz="2000"/>
        </a:p>
      </dgm:t>
    </dgm:pt>
    <dgm:pt modelId="{6161FA99-5DDB-4CBC-BEEE-26194C61BF8D}">
      <dgm:prSet custT="1"/>
      <dgm:spPr/>
      <dgm:t>
        <a:bodyPr/>
        <a:lstStyle/>
        <a:p>
          <a:pPr>
            <a:lnSpc>
              <a:spcPct val="100000"/>
            </a:lnSpc>
          </a:pPr>
          <a:r>
            <a:rPr lang="en-US" sz="2000"/>
            <a:t>US Savings accounts typically don’t allow </a:t>
          </a:r>
          <a:r>
            <a:rPr lang="en-US" sz="2000">
              <a:latin typeface="Aptos Display" panose="02110004020202020204"/>
            </a:rPr>
            <a:t>checks</a:t>
          </a:r>
          <a:endParaRPr lang="en-US" sz="2000" dirty="0">
            <a:latin typeface="Aptos Display" panose="02110004020202020204"/>
          </a:endParaRPr>
        </a:p>
      </dgm:t>
    </dgm:pt>
    <dgm:pt modelId="{6F8284F9-6FAD-4A52-826C-8E44DF719A18}" type="parTrans" cxnId="{3E5BD85B-8744-4544-951C-8AE15DA82B6F}">
      <dgm:prSet/>
      <dgm:spPr/>
      <dgm:t>
        <a:bodyPr/>
        <a:lstStyle/>
        <a:p>
          <a:endParaRPr lang="en-US" sz="2000"/>
        </a:p>
      </dgm:t>
    </dgm:pt>
    <dgm:pt modelId="{C7F3D086-0C70-4A46-BF11-5ED39A39EF3A}" type="sibTrans" cxnId="{3E5BD85B-8744-4544-951C-8AE15DA82B6F}">
      <dgm:prSet/>
      <dgm:spPr/>
      <dgm:t>
        <a:bodyPr/>
        <a:lstStyle/>
        <a:p>
          <a:pPr>
            <a:lnSpc>
              <a:spcPct val="100000"/>
            </a:lnSpc>
          </a:pPr>
          <a:endParaRPr lang="en-US" sz="2000"/>
        </a:p>
      </dgm:t>
    </dgm:pt>
    <dgm:pt modelId="{9BE506FC-D894-4ACE-BEB0-DDADF4A3377D}">
      <dgm:prSet phldr="0"/>
      <dgm:spPr/>
      <dgm:t>
        <a:bodyPr/>
        <a:lstStyle/>
        <a:p>
          <a:pPr>
            <a:lnSpc>
              <a:spcPct val="100000"/>
            </a:lnSpc>
          </a:pPr>
          <a:r>
            <a:rPr lang="en-US" sz="2000" dirty="0">
              <a:latin typeface="Aptos Display" panose="02110004020202020204"/>
            </a:rPr>
            <a:t>Many</a:t>
          </a:r>
          <a:r>
            <a:rPr lang="en-US" sz="2000" dirty="0"/>
            <a:t> retail merchants have stopped accepting checks and shifted mostly to debit cards</a:t>
          </a:r>
          <a:endParaRPr lang="en-US" dirty="0"/>
        </a:p>
      </dgm:t>
    </dgm:pt>
    <dgm:pt modelId="{2A7429FB-61CD-4B33-A882-FDDF969058BE}" type="parTrans" cxnId="{21923C16-3B2C-4F6B-A84B-C4459771A628}">
      <dgm:prSet/>
      <dgm:spPr/>
    </dgm:pt>
    <dgm:pt modelId="{34FFB46C-046B-4D43-A569-D96D917E1829}" type="sibTrans" cxnId="{21923C16-3B2C-4F6B-A84B-C4459771A628}">
      <dgm:prSet/>
      <dgm:spPr/>
    </dgm:pt>
    <dgm:pt modelId="{EEBA29A1-9E58-41CC-A666-7FF5FC831398}" type="pres">
      <dgm:prSet presAssocID="{A322D509-E633-4FB0-95FD-C8454D769EC2}" presName="root" presStyleCnt="0">
        <dgm:presLayoutVars>
          <dgm:dir/>
          <dgm:resizeHandles val="exact"/>
        </dgm:presLayoutVars>
      </dgm:prSet>
      <dgm:spPr/>
    </dgm:pt>
    <dgm:pt modelId="{9BAC7AA6-F725-4EFB-BDE5-743D71DB9A50}" type="pres">
      <dgm:prSet presAssocID="{A322D509-E633-4FB0-95FD-C8454D769EC2}" presName="container" presStyleCnt="0">
        <dgm:presLayoutVars>
          <dgm:dir/>
          <dgm:resizeHandles val="exact"/>
        </dgm:presLayoutVars>
      </dgm:prSet>
      <dgm:spPr/>
    </dgm:pt>
    <dgm:pt modelId="{931A43AB-AA2C-44EB-9349-F6F13CBAEA59}" type="pres">
      <dgm:prSet presAssocID="{28BEE705-87CE-4B63-B77B-9EC596B12365}" presName="compNode" presStyleCnt="0"/>
      <dgm:spPr/>
    </dgm:pt>
    <dgm:pt modelId="{70AD3B0F-A27E-4312-ADC1-99F1473C6ABB}" type="pres">
      <dgm:prSet presAssocID="{28BEE705-87CE-4B63-B77B-9EC596B12365}" presName="iconBgRect" presStyleLbl="bgShp" presStyleIdx="0" presStyleCnt="4"/>
      <dgm:spPr/>
    </dgm:pt>
    <dgm:pt modelId="{45D31278-CDCB-4584-A015-7391942F1A66}" type="pres">
      <dgm:prSet presAssocID="{28BEE705-87CE-4B63-B77B-9EC596B1236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4046C142-2F30-426D-9229-4F5F53ECAFBA}" type="pres">
      <dgm:prSet presAssocID="{28BEE705-87CE-4B63-B77B-9EC596B12365}" presName="spaceRect" presStyleCnt="0"/>
      <dgm:spPr/>
    </dgm:pt>
    <dgm:pt modelId="{2D15C6FC-75C9-46B2-BC3D-D19A6C70F0CD}" type="pres">
      <dgm:prSet presAssocID="{28BEE705-87CE-4B63-B77B-9EC596B12365}" presName="textRect" presStyleLbl="revTx" presStyleIdx="0" presStyleCnt="4">
        <dgm:presLayoutVars>
          <dgm:chMax val="1"/>
          <dgm:chPref val="1"/>
        </dgm:presLayoutVars>
      </dgm:prSet>
      <dgm:spPr/>
    </dgm:pt>
    <dgm:pt modelId="{5033E645-00A6-4D1E-9AF1-0D3C54E20F61}" type="pres">
      <dgm:prSet presAssocID="{34976122-C221-4293-B8D0-EB7BD552C412}" presName="sibTrans" presStyleLbl="sibTrans2D1" presStyleIdx="0" presStyleCnt="0"/>
      <dgm:spPr/>
    </dgm:pt>
    <dgm:pt modelId="{BF3CA12C-7378-4E4B-91DF-9FB77F2492BC}" type="pres">
      <dgm:prSet presAssocID="{BD29DF19-D5BB-4008-9D4D-C8096C7FDCD7}" presName="compNode" presStyleCnt="0"/>
      <dgm:spPr/>
    </dgm:pt>
    <dgm:pt modelId="{0168D4BB-C615-4175-9C68-21CED9CA94AE}" type="pres">
      <dgm:prSet presAssocID="{BD29DF19-D5BB-4008-9D4D-C8096C7FDCD7}" presName="iconBgRect" presStyleLbl="bgShp" presStyleIdx="1" presStyleCnt="4"/>
      <dgm:spPr/>
    </dgm:pt>
    <dgm:pt modelId="{2FF93AFC-0A53-411B-BC40-8F4D92C6A042}" type="pres">
      <dgm:prSet presAssocID="{BD29DF19-D5BB-4008-9D4D-C8096C7FDCD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0ABBF273-8B8C-49C8-A735-6BAA87B8C6F8}" type="pres">
      <dgm:prSet presAssocID="{BD29DF19-D5BB-4008-9D4D-C8096C7FDCD7}" presName="spaceRect" presStyleCnt="0"/>
      <dgm:spPr/>
    </dgm:pt>
    <dgm:pt modelId="{70007308-1FA3-4D5C-9D46-EED69E82D7C2}" type="pres">
      <dgm:prSet presAssocID="{BD29DF19-D5BB-4008-9D4D-C8096C7FDCD7}" presName="textRect" presStyleLbl="revTx" presStyleIdx="1" presStyleCnt="4">
        <dgm:presLayoutVars>
          <dgm:chMax val="1"/>
          <dgm:chPref val="1"/>
        </dgm:presLayoutVars>
      </dgm:prSet>
      <dgm:spPr/>
    </dgm:pt>
    <dgm:pt modelId="{3C57A10F-F073-48A0-A9BC-A31A141B8E08}" type="pres">
      <dgm:prSet presAssocID="{9066B2B2-7B6F-43A0-996A-9187A2D8C5D3}" presName="sibTrans" presStyleLbl="sibTrans2D1" presStyleIdx="0" presStyleCnt="0"/>
      <dgm:spPr/>
    </dgm:pt>
    <dgm:pt modelId="{20D23DDE-D21E-4EB4-97B8-3108043C372E}" type="pres">
      <dgm:prSet presAssocID="{6161FA99-5DDB-4CBC-BEEE-26194C61BF8D}" presName="compNode" presStyleCnt="0"/>
      <dgm:spPr/>
    </dgm:pt>
    <dgm:pt modelId="{62DF6773-28E5-4574-96B9-7C36A327284E}" type="pres">
      <dgm:prSet presAssocID="{6161FA99-5DDB-4CBC-BEEE-26194C61BF8D}" presName="iconBgRect" presStyleLbl="bgShp" presStyleIdx="2" presStyleCnt="4"/>
      <dgm:spPr/>
    </dgm:pt>
    <dgm:pt modelId="{64F3C32B-3BBA-47EA-8D39-32AD2F7FF564}" type="pres">
      <dgm:prSet presAssocID="{6161FA99-5DDB-4CBC-BEEE-26194C61BF8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ber"/>
        </a:ext>
      </dgm:extLst>
    </dgm:pt>
    <dgm:pt modelId="{8368F329-56C3-4411-A375-58C2EA2299BC}" type="pres">
      <dgm:prSet presAssocID="{6161FA99-5DDB-4CBC-BEEE-26194C61BF8D}" presName="spaceRect" presStyleCnt="0"/>
      <dgm:spPr/>
    </dgm:pt>
    <dgm:pt modelId="{8CCACE1A-FED3-42B9-8C0A-14235C898391}" type="pres">
      <dgm:prSet presAssocID="{6161FA99-5DDB-4CBC-BEEE-26194C61BF8D}" presName="textRect" presStyleLbl="revTx" presStyleIdx="2" presStyleCnt="4">
        <dgm:presLayoutVars>
          <dgm:chMax val="1"/>
          <dgm:chPref val="1"/>
        </dgm:presLayoutVars>
      </dgm:prSet>
      <dgm:spPr/>
    </dgm:pt>
    <dgm:pt modelId="{794B839F-7353-42B2-80B5-5356ECE24BDD}" type="pres">
      <dgm:prSet presAssocID="{C7F3D086-0C70-4A46-BF11-5ED39A39EF3A}" presName="sibTrans" presStyleLbl="sibTrans2D1" presStyleIdx="0" presStyleCnt="0"/>
      <dgm:spPr/>
    </dgm:pt>
    <dgm:pt modelId="{574A01B9-D853-4871-885A-960443977129}" type="pres">
      <dgm:prSet presAssocID="{9BE506FC-D894-4ACE-BEB0-DDADF4A3377D}" presName="compNode" presStyleCnt="0"/>
      <dgm:spPr/>
    </dgm:pt>
    <dgm:pt modelId="{DC7F992A-55DF-49E9-AEC4-C2AC75996850}" type="pres">
      <dgm:prSet presAssocID="{9BE506FC-D894-4ACE-BEB0-DDADF4A3377D}" presName="iconBgRect" presStyleLbl="bgShp" presStyleIdx="3" presStyleCnt="4"/>
      <dgm:spPr/>
    </dgm:pt>
    <dgm:pt modelId="{7BC42C99-F5C2-464A-AD80-E7E77B16E72C}" type="pres">
      <dgm:prSet presAssocID="{9BE506FC-D894-4ACE-BEB0-DDADF4A3377D}" presName="iconRect" presStyleLbl="node1" presStyleIdx="3" presStyleCnt="4"/>
      <dgm:spPr/>
    </dgm:pt>
    <dgm:pt modelId="{DEABF479-0F4F-4420-8046-D24312259B25}" type="pres">
      <dgm:prSet presAssocID="{9BE506FC-D894-4ACE-BEB0-DDADF4A3377D}" presName="spaceRect" presStyleCnt="0"/>
      <dgm:spPr/>
    </dgm:pt>
    <dgm:pt modelId="{2C448AC8-6D27-40AB-A2E1-7AE892C0F254}" type="pres">
      <dgm:prSet presAssocID="{9BE506FC-D894-4ACE-BEB0-DDADF4A3377D}" presName="textRect" presStyleLbl="revTx" presStyleIdx="3" presStyleCnt="4">
        <dgm:presLayoutVars>
          <dgm:chMax val="1"/>
          <dgm:chPref val="1"/>
        </dgm:presLayoutVars>
      </dgm:prSet>
      <dgm:spPr/>
    </dgm:pt>
  </dgm:ptLst>
  <dgm:cxnLst>
    <dgm:cxn modelId="{63F9440C-DF1C-4F33-91EB-573142F6E751}" type="presOf" srcId="{BD29DF19-D5BB-4008-9D4D-C8096C7FDCD7}" destId="{70007308-1FA3-4D5C-9D46-EED69E82D7C2}" srcOrd="0" destOrd="0" presId="urn:microsoft.com/office/officeart/2018/2/layout/IconCircleList"/>
    <dgm:cxn modelId="{DFF68D12-4958-43A9-963F-C83160EC32D5}" type="presOf" srcId="{34976122-C221-4293-B8D0-EB7BD552C412}" destId="{5033E645-00A6-4D1E-9AF1-0D3C54E20F61}" srcOrd="0" destOrd="0" presId="urn:microsoft.com/office/officeart/2018/2/layout/IconCircleList"/>
    <dgm:cxn modelId="{21923C16-3B2C-4F6B-A84B-C4459771A628}" srcId="{A322D509-E633-4FB0-95FD-C8454D769EC2}" destId="{9BE506FC-D894-4ACE-BEB0-DDADF4A3377D}" srcOrd="3" destOrd="0" parTransId="{2A7429FB-61CD-4B33-A882-FDDF969058BE}" sibTransId="{34FFB46C-046B-4D43-A569-D96D917E1829}"/>
    <dgm:cxn modelId="{3E5BD85B-8744-4544-951C-8AE15DA82B6F}" srcId="{A322D509-E633-4FB0-95FD-C8454D769EC2}" destId="{6161FA99-5DDB-4CBC-BEEE-26194C61BF8D}" srcOrd="2" destOrd="0" parTransId="{6F8284F9-6FAD-4A52-826C-8E44DF719A18}" sibTransId="{C7F3D086-0C70-4A46-BF11-5ED39A39EF3A}"/>
    <dgm:cxn modelId="{F6A59B75-A84A-4C48-86B3-4A7A8CF30F51}" type="presOf" srcId="{A322D509-E633-4FB0-95FD-C8454D769EC2}" destId="{EEBA29A1-9E58-41CC-A666-7FF5FC831398}" srcOrd="0" destOrd="0" presId="urn:microsoft.com/office/officeart/2018/2/layout/IconCircleList"/>
    <dgm:cxn modelId="{B6D4705A-8694-4715-A8EF-235926E5DFEA}" type="presOf" srcId="{9066B2B2-7B6F-43A0-996A-9187A2D8C5D3}" destId="{3C57A10F-F073-48A0-A9BC-A31A141B8E08}" srcOrd="0" destOrd="0" presId="urn:microsoft.com/office/officeart/2018/2/layout/IconCircleList"/>
    <dgm:cxn modelId="{57367796-8F0E-4BCD-AD13-903ADA0D6E61}" type="presOf" srcId="{28BEE705-87CE-4B63-B77B-9EC596B12365}" destId="{2D15C6FC-75C9-46B2-BC3D-D19A6C70F0CD}" srcOrd="0" destOrd="0" presId="urn:microsoft.com/office/officeart/2018/2/layout/IconCircleList"/>
    <dgm:cxn modelId="{12ED9396-A9B1-4004-995B-1371304DCE3A}" type="presOf" srcId="{6161FA99-5DDB-4CBC-BEEE-26194C61BF8D}" destId="{8CCACE1A-FED3-42B9-8C0A-14235C898391}" srcOrd="0" destOrd="0" presId="urn:microsoft.com/office/officeart/2018/2/layout/IconCircleList"/>
    <dgm:cxn modelId="{F38880A5-F7A7-4CD9-9281-CA5D470D0BCE}" srcId="{A322D509-E633-4FB0-95FD-C8454D769EC2}" destId="{28BEE705-87CE-4B63-B77B-9EC596B12365}" srcOrd="0" destOrd="0" parTransId="{52641A9F-F643-443B-9A7F-DB547B5B72DF}" sibTransId="{34976122-C221-4293-B8D0-EB7BD552C412}"/>
    <dgm:cxn modelId="{3B13ACC3-D7C1-4E57-933E-22D4B75E5E8B}" type="presOf" srcId="{C7F3D086-0C70-4A46-BF11-5ED39A39EF3A}" destId="{794B839F-7353-42B2-80B5-5356ECE24BDD}" srcOrd="0" destOrd="0" presId="urn:microsoft.com/office/officeart/2018/2/layout/IconCircleList"/>
    <dgm:cxn modelId="{2097C9E1-BF2F-4178-8DC8-AAE31F2A9541}" type="presOf" srcId="{9BE506FC-D894-4ACE-BEB0-DDADF4A3377D}" destId="{2C448AC8-6D27-40AB-A2E1-7AE892C0F254}" srcOrd="0" destOrd="0" presId="urn:microsoft.com/office/officeart/2018/2/layout/IconCircleList"/>
    <dgm:cxn modelId="{EAB890F9-A56E-41D7-8339-EF46BDF2AE72}" srcId="{A322D509-E633-4FB0-95FD-C8454D769EC2}" destId="{BD29DF19-D5BB-4008-9D4D-C8096C7FDCD7}" srcOrd="1" destOrd="0" parTransId="{899AB555-7006-43A8-9B7F-03F336EF00DE}" sibTransId="{9066B2B2-7B6F-43A0-996A-9187A2D8C5D3}"/>
    <dgm:cxn modelId="{034BCF99-03DE-469A-8DCC-62D292CA7AAF}" type="presParOf" srcId="{EEBA29A1-9E58-41CC-A666-7FF5FC831398}" destId="{9BAC7AA6-F725-4EFB-BDE5-743D71DB9A50}" srcOrd="0" destOrd="0" presId="urn:microsoft.com/office/officeart/2018/2/layout/IconCircleList"/>
    <dgm:cxn modelId="{05D4CA7E-4DB8-49B2-B373-1AB1074790B0}" type="presParOf" srcId="{9BAC7AA6-F725-4EFB-BDE5-743D71DB9A50}" destId="{931A43AB-AA2C-44EB-9349-F6F13CBAEA59}" srcOrd="0" destOrd="0" presId="urn:microsoft.com/office/officeart/2018/2/layout/IconCircleList"/>
    <dgm:cxn modelId="{137D78D5-F7FB-4444-81DB-1D3690DD46EE}" type="presParOf" srcId="{931A43AB-AA2C-44EB-9349-F6F13CBAEA59}" destId="{70AD3B0F-A27E-4312-ADC1-99F1473C6ABB}" srcOrd="0" destOrd="0" presId="urn:microsoft.com/office/officeart/2018/2/layout/IconCircleList"/>
    <dgm:cxn modelId="{5678D8D3-6908-40DB-BE44-251D7C47EFE3}" type="presParOf" srcId="{931A43AB-AA2C-44EB-9349-F6F13CBAEA59}" destId="{45D31278-CDCB-4584-A015-7391942F1A66}" srcOrd="1" destOrd="0" presId="urn:microsoft.com/office/officeart/2018/2/layout/IconCircleList"/>
    <dgm:cxn modelId="{DBEBA4B8-09F6-4C48-923D-0A3C0BC01A99}" type="presParOf" srcId="{931A43AB-AA2C-44EB-9349-F6F13CBAEA59}" destId="{4046C142-2F30-426D-9229-4F5F53ECAFBA}" srcOrd="2" destOrd="0" presId="urn:microsoft.com/office/officeart/2018/2/layout/IconCircleList"/>
    <dgm:cxn modelId="{76C715F2-C5FD-42EB-9C72-4BEAB6F5D617}" type="presParOf" srcId="{931A43AB-AA2C-44EB-9349-F6F13CBAEA59}" destId="{2D15C6FC-75C9-46B2-BC3D-D19A6C70F0CD}" srcOrd="3" destOrd="0" presId="urn:microsoft.com/office/officeart/2018/2/layout/IconCircleList"/>
    <dgm:cxn modelId="{E89E2338-7F72-4D1F-84E0-E228F35DC3D2}" type="presParOf" srcId="{9BAC7AA6-F725-4EFB-BDE5-743D71DB9A50}" destId="{5033E645-00A6-4D1E-9AF1-0D3C54E20F61}" srcOrd="1" destOrd="0" presId="urn:microsoft.com/office/officeart/2018/2/layout/IconCircleList"/>
    <dgm:cxn modelId="{CEDCCA1E-E6CA-4715-ACD7-41D028FBB076}" type="presParOf" srcId="{9BAC7AA6-F725-4EFB-BDE5-743D71DB9A50}" destId="{BF3CA12C-7378-4E4B-91DF-9FB77F2492BC}" srcOrd="2" destOrd="0" presId="urn:microsoft.com/office/officeart/2018/2/layout/IconCircleList"/>
    <dgm:cxn modelId="{CD5304F4-98B8-4DB5-AEE5-1A7CD9920789}" type="presParOf" srcId="{BF3CA12C-7378-4E4B-91DF-9FB77F2492BC}" destId="{0168D4BB-C615-4175-9C68-21CED9CA94AE}" srcOrd="0" destOrd="0" presId="urn:microsoft.com/office/officeart/2018/2/layout/IconCircleList"/>
    <dgm:cxn modelId="{561083EA-EB3C-4F0D-A91E-3CA637EE4064}" type="presParOf" srcId="{BF3CA12C-7378-4E4B-91DF-9FB77F2492BC}" destId="{2FF93AFC-0A53-411B-BC40-8F4D92C6A042}" srcOrd="1" destOrd="0" presId="urn:microsoft.com/office/officeart/2018/2/layout/IconCircleList"/>
    <dgm:cxn modelId="{6FB9A0FF-50C6-46C7-A7D3-A5C38C8BB2C0}" type="presParOf" srcId="{BF3CA12C-7378-4E4B-91DF-9FB77F2492BC}" destId="{0ABBF273-8B8C-49C8-A735-6BAA87B8C6F8}" srcOrd="2" destOrd="0" presId="urn:microsoft.com/office/officeart/2018/2/layout/IconCircleList"/>
    <dgm:cxn modelId="{F6CAB7E1-F42B-4CCF-AC3F-1310876FD38D}" type="presParOf" srcId="{BF3CA12C-7378-4E4B-91DF-9FB77F2492BC}" destId="{70007308-1FA3-4D5C-9D46-EED69E82D7C2}" srcOrd="3" destOrd="0" presId="urn:microsoft.com/office/officeart/2018/2/layout/IconCircleList"/>
    <dgm:cxn modelId="{5AEB5C83-D228-44D7-999C-A19F6BFBC002}" type="presParOf" srcId="{9BAC7AA6-F725-4EFB-BDE5-743D71DB9A50}" destId="{3C57A10F-F073-48A0-A9BC-A31A141B8E08}" srcOrd="3" destOrd="0" presId="urn:microsoft.com/office/officeart/2018/2/layout/IconCircleList"/>
    <dgm:cxn modelId="{B015C1FA-E28F-47EC-8A3C-16285320F74B}" type="presParOf" srcId="{9BAC7AA6-F725-4EFB-BDE5-743D71DB9A50}" destId="{20D23DDE-D21E-4EB4-97B8-3108043C372E}" srcOrd="4" destOrd="0" presId="urn:microsoft.com/office/officeart/2018/2/layout/IconCircleList"/>
    <dgm:cxn modelId="{E4EC6D1D-23E2-4308-8780-633288763749}" type="presParOf" srcId="{20D23DDE-D21E-4EB4-97B8-3108043C372E}" destId="{62DF6773-28E5-4574-96B9-7C36A327284E}" srcOrd="0" destOrd="0" presId="urn:microsoft.com/office/officeart/2018/2/layout/IconCircleList"/>
    <dgm:cxn modelId="{3FA32D4A-308D-4CEF-B67E-A26564724E8A}" type="presParOf" srcId="{20D23DDE-D21E-4EB4-97B8-3108043C372E}" destId="{64F3C32B-3BBA-47EA-8D39-32AD2F7FF564}" srcOrd="1" destOrd="0" presId="urn:microsoft.com/office/officeart/2018/2/layout/IconCircleList"/>
    <dgm:cxn modelId="{B78C97FE-2DBC-4012-B7B4-E063D58D0B24}" type="presParOf" srcId="{20D23DDE-D21E-4EB4-97B8-3108043C372E}" destId="{8368F329-56C3-4411-A375-58C2EA2299BC}" srcOrd="2" destOrd="0" presId="urn:microsoft.com/office/officeart/2018/2/layout/IconCircleList"/>
    <dgm:cxn modelId="{346E242F-E436-4C41-A202-EF400DB0D696}" type="presParOf" srcId="{20D23DDE-D21E-4EB4-97B8-3108043C372E}" destId="{8CCACE1A-FED3-42B9-8C0A-14235C898391}" srcOrd="3" destOrd="0" presId="urn:microsoft.com/office/officeart/2018/2/layout/IconCircleList"/>
    <dgm:cxn modelId="{352856EB-29D3-4247-92BA-071C958C45F4}" type="presParOf" srcId="{9BAC7AA6-F725-4EFB-BDE5-743D71DB9A50}" destId="{794B839F-7353-42B2-80B5-5356ECE24BDD}" srcOrd="5" destOrd="0" presId="urn:microsoft.com/office/officeart/2018/2/layout/IconCircleList"/>
    <dgm:cxn modelId="{D10C566D-B371-44D8-BA8F-39C22B3BDFF8}" type="presParOf" srcId="{9BAC7AA6-F725-4EFB-BDE5-743D71DB9A50}" destId="{574A01B9-D853-4871-885A-960443977129}" srcOrd="6" destOrd="0" presId="urn:microsoft.com/office/officeart/2018/2/layout/IconCircleList"/>
    <dgm:cxn modelId="{4FB93253-D635-4732-B2F1-48B16A464258}" type="presParOf" srcId="{574A01B9-D853-4871-885A-960443977129}" destId="{DC7F992A-55DF-49E9-AEC4-C2AC75996850}" srcOrd="0" destOrd="0" presId="urn:microsoft.com/office/officeart/2018/2/layout/IconCircleList"/>
    <dgm:cxn modelId="{C36FC083-8FFD-4CAB-868A-10F95B1C5592}" type="presParOf" srcId="{574A01B9-D853-4871-885A-960443977129}" destId="{7BC42C99-F5C2-464A-AD80-E7E77B16E72C}" srcOrd="1" destOrd="0" presId="urn:microsoft.com/office/officeart/2018/2/layout/IconCircleList"/>
    <dgm:cxn modelId="{A33C1625-F63F-464D-AD3A-C228F09785FE}" type="presParOf" srcId="{574A01B9-D853-4871-885A-960443977129}" destId="{DEABF479-0F4F-4420-8046-D24312259B25}" srcOrd="2" destOrd="0" presId="urn:microsoft.com/office/officeart/2018/2/layout/IconCircleList"/>
    <dgm:cxn modelId="{1C04986C-322A-451E-8650-6AF7843CFD37}" type="presParOf" srcId="{574A01B9-D853-4871-885A-960443977129}" destId="{2C448AC8-6D27-40AB-A2E1-7AE892C0F25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A8FDC04-5F83-41A6-BE1E-E5BDF299E75B}" type="doc">
      <dgm:prSet loTypeId="urn:microsoft.com/office/officeart/2005/8/layout/process1" loCatId="process" qsTypeId="urn:microsoft.com/office/officeart/2005/8/quickstyle/simple1" qsCatId="simple" csTypeId="urn:microsoft.com/office/officeart/2005/8/colors/colorful2" csCatId="colorful" phldr="1"/>
      <dgm:spPr/>
      <dgm:t>
        <a:bodyPr/>
        <a:lstStyle/>
        <a:p>
          <a:endParaRPr lang="en-US"/>
        </a:p>
      </dgm:t>
    </dgm:pt>
    <dgm:pt modelId="{B1D832BA-58C4-4D4A-86C2-629A3A6E3B9A}">
      <dgm:prSet phldrT="[Text]" phldr="0"/>
      <dgm:spPr/>
      <dgm:t>
        <a:bodyPr/>
        <a:lstStyle/>
        <a:p>
          <a:r>
            <a:rPr lang="en-US" dirty="0"/>
            <a:t>Sender of Funds </a:t>
          </a:r>
        </a:p>
      </dgm:t>
    </dgm:pt>
    <dgm:pt modelId="{29D1AEE2-2818-49FC-9C79-E6D1DCC63C43}" type="parTrans" cxnId="{DF7C22B8-CF5A-4AE1-B686-5B443111B03A}">
      <dgm:prSet/>
      <dgm:spPr/>
      <dgm:t>
        <a:bodyPr/>
        <a:lstStyle/>
        <a:p>
          <a:endParaRPr lang="en-US"/>
        </a:p>
      </dgm:t>
    </dgm:pt>
    <dgm:pt modelId="{A5FA9414-34E1-44BE-9DF7-C1C95C31EEA2}" type="sibTrans" cxnId="{DF7C22B8-CF5A-4AE1-B686-5B443111B03A}">
      <dgm:prSet/>
      <dgm:spPr/>
      <dgm:t>
        <a:bodyPr/>
        <a:lstStyle/>
        <a:p>
          <a:endParaRPr lang="en-US"/>
        </a:p>
      </dgm:t>
    </dgm:pt>
    <dgm:pt modelId="{8699AA1F-FC73-416C-A281-E24344EA81B6}">
      <dgm:prSet phldrT="[Text]" phldr="0"/>
      <dgm:spPr/>
      <dgm:t>
        <a:bodyPr/>
        <a:lstStyle/>
        <a:p>
          <a:r>
            <a:rPr lang="en-US" dirty="0"/>
            <a:t>Wire transfer network</a:t>
          </a:r>
        </a:p>
      </dgm:t>
    </dgm:pt>
    <dgm:pt modelId="{5105C0A7-CCF2-49EF-9495-15DA30F58FC9}" type="parTrans" cxnId="{1B937D36-6FF0-49D1-9908-6C38B91084C7}">
      <dgm:prSet/>
      <dgm:spPr/>
      <dgm:t>
        <a:bodyPr/>
        <a:lstStyle/>
        <a:p>
          <a:endParaRPr lang="en-US"/>
        </a:p>
      </dgm:t>
    </dgm:pt>
    <dgm:pt modelId="{0BF1748A-E08F-4D2E-9F08-C5BF668B6866}" type="sibTrans" cxnId="{1B937D36-6FF0-49D1-9908-6C38B91084C7}">
      <dgm:prSet/>
      <dgm:spPr/>
      <dgm:t>
        <a:bodyPr/>
        <a:lstStyle/>
        <a:p>
          <a:endParaRPr lang="en-US"/>
        </a:p>
      </dgm:t>
    </dgm:pt>
    <dgm:pt modelId="{C2EDA8D9-B1FE-4CA2-A134-66BB5AFEB48F}">
      <dgm:prSet phldrT="[Text]" phldr="0"/>
      <dgm:spPr/>
      <dgm:t>
        <a:bodyPr/>
        <a:lstStyle/>
        <a:p>
          <a:r>
            <a:rPr lang="en-US" dirty="0"/>
            <a:t>Receivers Bank</a:t>
          </a:r>
        </a:p>
      </dgm:t>
    </dgm:pt>
    <dgm:pt modelId="{22968B2B-42D3-41F0-A764-04FC2AA1A52F}" type="parTrans" cxnId="{F59C00A2-CB3D-418E-AC8B-57ED7569F4F0}">
      <dgm:prSet/>
      <dgm:spPr/>
      <dgm:t>
        <a:bodyPr/>
        <a:lstStyle/>
        <a:p>
          <a:endParaRPr lang="en-US"/>
        </a:p>
      </dgm:t>
    </dgm:pt>
    <dgm:pt modelId="{D8DFBA6C-30A5-4A02-A3F1-5DEDABD909EC}" type="sibTrans" cxnId="{F59C00A2-CB3D-418E-AC8B-57ED7569F4F0}">
      <dgm:prSet/>
      <dgm:spPr/>
      <dgm:t>
        <a:bodyPr/>
        <a:lstStyle/>
        <a:p>
          <a:endParaRPr lang="en-US"/>
        </a:p>
      </dgm:t>
    </dgm:pt>
    <dgm:pt modelId="{C0F8D1CA-2133-4963-BB01-69B403CAF09C}">
      <dgm:prSet phldrT="[Text]" phldr="0"/>
      <dgm:spPr/>
      <dgm:t>
        <a:bodyPr/>
        <a:lstStyle/>
        <a:p>
          <a:r>
            <a:rPr lang="en-US"/>
            <a:t>Receiver of Funds</a:t>
          </a:r>
          <a:endParaRPr lang="en-US" dirty="0"/>
        </a:p>
      </dgm:t>
    </dgm:pt>
    <dgm:pt modelId="{F809D5DD-C4E0-4A80-8AC1-1D92CAD1D092}" type="parTrans" cxnId="{4AC21EC8-5D2C-4108-A3CB-402ACF303B93}">
      <dgm:prSet/>
      <dgm:spPr/>
      <dgm:t>
        <a:bodyPr/>
        <a:lstStyle/>
        <a:p>
          <a:endParaRPr lang="en-US"/>
        </a:p>
      </dgm:t>
    </dgm:pt>
    <dgm:pt modelId="{4B9DB53C-6ED1-4D69-BA5B-8D1058414EB1}" type="sibTrans" cxnId="{4AC21EC8-5D2C-4108-A3CB-402ACF303B93}">
      <dgm:prSet/>
      <dgm:spPr/>
      <dgm:t>
        <a:bodyPr/>
        <a:lstStyle/>
        <a:p>
          <a:endParaRPr lang="en-US"/>
        </a:p>
      </dgm:t>
    </dgm:pt>
    <dgm:pt modelId="{91A5DF6B-4C57-4C30-9FBE-1676AA71D560}">
      <dgm:prSet phldrT="[Text]" phldr="0"/>
      <dgm:spPr/>
      <dgm:t>
        <a:bodyPr/>
        <a:lstStyle/>
        <a:p>
          <a:r>
            <a:rPr lang="en-US" dirty="0"/>
            <a:t>Sender’s Bank</a:t>
          </a:r>
        </a:p>
      </dgm:t>
    </dgm:pt>
    <dgm:pt modelId="{4E52845D-C032-4E75-99BD-86DA3D749C42}" type="parTrans" cxnId="{B9DB0361-01E9-4B6D-BAEB-9B896F92190B}">
      <dgm:prSet/>
      <dgm:spPr/>
      <dgm:t>
        <a:bodyPr/>
        <a:lstStyle/>
        <a:p>
          <a:endParaRPr lang="en-US"/>
        </a:p>
      </dgm:t>
    </dgm:pt>
    <dgm:pt modelId="{77454D98-A81C-4503-A46D-11561ABA2681}" type="sibTrans" cxnId="{B9DB0361-01E9-4B6D-BAEB-9B896F92190B}">
      <dgm:prSet/>
      <dgm:spPr/>
      <dgm:t>
        <a:bodyPr/>
        <a:lstStyle/>
        <a:p>
          <a:endParaRPr lang="en-US"/>
        </a:p>
      </dgm:t>
    </dgm:pt>
    <dgm:pt modelId="{FB31A152-1138-43D1-932D-3FA6267177BC}">
      <dgm:prSet phldrT="[Text]" phldr="0"/>
      <dgm:spPr/>
      <dgm:t>
        <a:bodyPr/>
        <a:lstStyle/>
        <a:p>
          <a:r>
            <a:rPr lang="en-US"/>
            <a:t>Fedwire</a:t>
          </a:r>
          <a:endParaRPr lang="en-US" dirty="0"/>
        </a:p>
      </dgm:t>
    </dgm:pt>
    <dgm:pt modelId="{7B032AE3-CBA1-4DFE-9F40-E97A0F152202}" type="parTrans" cxnId="{37F8DEA7-49CC-4434-B247-B8ED34F4CF72}">
      <dgm:prSet/>
      <dgm:spPr/>
      <dgm:t>
        <a:bodyPr/>
        <a:lstStyle/>
        <a:p>
          <a:endParaRPr lang="en-US"/>
        </a:p>
      </dgm:t>
    </dgm:pt>
    <dgm:pt modelId="{26B3EE38-4301-4B04-8188-3453A6C6926D}" type="sibTrans" cxnId="{37F8DEA7-49CC-4434-B247-B8ED34F4CF72}">
      <dgm:prSet/>
      <dgm:spPr/>
      <dgm:t>
        <a:bodyPr/>
        <a:lstStyle/>
        <a:p>
          <a:endParaRPr lang="en-US"/>
        </a:p>
      </dgm:t>
    </dgm:pt>
    <dgm:pt modelId="{7D15F306-20DF-4AF7-AE6C-A48A2B6C95B3}">
      <dgm:prSet phldrT="[Text]" phldr="0"/>
      <dgm:spPr/>
      <dgm:t>
        <a:bodyPr/>
        <a:lstStyle/>
        <a:p>
          <a:r>
            <a:rPr lang="en-US" dirty="0"/>
            <a:t>CHIPS</a:t>
          </a:r>
        </a:p>
      </dgm:t>
    </dgm:pt>
    <dgm:pt modelId="{89C53B3C-803F-4992-A7D9-4C732743D2AD}" type="parTrans" cxnId="{641118B3-E4ED-49BE-B6BC-7F475ED2FFA3}">
      <dgm:prSet/>
      <dgm:spPr/>
      <dgm:t>
        <a:bodyPr/>
        <a:lstStyle/>
        <a:p>
          <a:endParaRPr lang="en-US"/>
        </a:p>
      </dgm:t>
    </dgm:pt>
    <dgm:pt modelId="{394B7A07-D192-420E-8347-9001D7798D7E}" type="sibTrans" cxnId="{641118B3-E4ED-49BE-B6BC-7F475ED2FFA3}">
      <dgm:prSet/>
      <dgm:spPr/>
      <dgm:t>
        <a:bodyPr/>
        <a:lstStyle/>
        <a:p>
          <a:endParaRPr lang="en-US"/>
        </a:p>
      </dgm:t>
    </dgm:pt>
    <dgm:pt modelId="{01195A2B-4663-43B3-B8F7-48ECEF5B80E4}" type="pres">
      <dgm:prSet presAssocID="{EA8FDC04-5F83-41A6-BE1E-E5BDF299E75B}" presName="Name0" presStyleCnt="0">
        <dgm:presLayoutVars>
          <dgm:dir/>
          <dgm:resizeHandles val="exact"/>
        </dgm:presLayoutVars>
      </dgm:prSet>
      <dgm:spPr/>
    </dgm:pt>
    <dgm:pt modelId="{EB620291-78E1-44EC-8FF1-EDFE865014D1}" type="pres">
      <dgm:prSet presAssocID="{B1D832BA-58C4-4D4A-86C2-629A3A6E3B9A}" presName="node" presStyleLbl="node1" presStyleIdx="0" presStyleCnt="5">
        <dgm:presLayoutVars>
          <dgm:bulletEnabled val="1"/>
        </dgm:presLayoutVars>
      </dgm:prSet>
      <dgm:spPr/>
    </dgm:pt>
    <dgm:pt modelId="{5DE4B496-E220-45A4-9399-5249948F80B7}" type="pres">
      <dgm:prSet presAssocID="{A5FA9414-34E1-44BE-9DF7-C1C95C31EEA2}" presName="sibTrans" presStyleLbl="sibTrans2D1" presStyleIdx="0" presStyleCnt="4"/>
      <dgm:spPr/>
    </dgm:pt>
    <dgm:pt modelId="{7649F3AD-28F3-4CE3-937C-033CBFAAF34E}" type="pres">
      <dgm:prSet presAssocID="{A5FA9414-34E1-44BE-9DF7-C1C95C31EEA2}" presName="connectorText" presStyleLbl="sibTrans2D1" presStyleIdx="0" presStyleCnt="4"/>
      <dgm:spPr/>
    </dgm:pt>
    <dgm:pt modelId="{EE9E35A8-838E-4FED-BECB-474F746DCAA5}" type="pres">
      <dgm:prSet presAssocID="{91A5DF6B-4C57-4C30-9FBE-1676AA71D560}" presName="node" presStyleLbl="node1" presStyleIdx="1" presStyleCnt="5">
        <dgm:presLayoutVars>
          <dgm:bulletEnabled val="1"/>
        </dgm:presLayoutVars>
      </dgm:prSet>
      <dgm:spPr/>
    </dgm:pt>
    <dgm:pt modelId="{9E03C07D-3475-405A-92D5-836351FD9AAB}" type="pres">
      <dgm:prSet presAssocID="{77454D98-A81C-4503-A46D-11561ABA2681}" presName="sibTrans" presStyleLbl="sibTrans2D1" presStyleIdx="1" presStyleCnt="4"/>
      <dgm:spPr/>
    </dgm:pt>
    <dgm:pt modelId="{DF0CDE25-1507-4A2A-ABE2-22F6BACC9070}" type="pres">
      <dgm:prSet presAssocID="{77454D98-A81C-4503-A46D-11561ABA2681}" presName="connectorText" presStyleLbl="sibTrans2D1" presStyleIdx="1" presStyleCnt="4"/>
      <dgm:spPr/>
    </dgm:pt>
    <dgm:pt modelId="{6ED57A49-83BD-4E7E-9B2B-53BF27BECBCB}" type="pres">
      <dgm:prSet presAssocID="{8699AA1F-FC73-416C-A281-E24344EA81B6}" presName="node" presStyleLbl="node1" presStyleIdx="2" presStyleCnt="5">
        <dgm:presLayoutVars>
          <dgm:bulletEnabled val="1"/>
        </dgm:presLayoutVars>
      </dgm:prSet>
      <dgm:spPr/>
    </dgm:pt>
    <dgm:pt modelId="{399DD531-3902-4A18-8F5E-388E56471F8D}" type="pres">
      <dgm:prSet presAssocID="{0BF1748A-E08F-4D2E-9F08-C5BF668B6866}" presName="sibTrans" presStyleLbl="sibTrans2D1" presStyleIdx="2" presStyleCnt="4"/>
      <dgm:spPr/>
    </dgm:pt>
    <dgm:pt modelId="{ED1AA552-22B4-4B3F-BBAA-43DDA124761B}" type="pres">
      <dgm:prSet presAssocID="{0BF1748A-E08F-4D2E-9F08-C5BF668B6866}" presName="connectorText" presStyleLbl="sibTrans2D1" presStyleIdx="2" presStyleCnt="4"/>
      <dgm:spPr/>
    </dgm:pt>
    <dgm:pt modelId="{5758AD8B-C2E1-457C-B86D-2EDA4A713E9F}" type="pres">
      <dgm:prSet presAssocID="{C2EDA8D9-B1FE-4CA2-A134-66BB5AFEB48F}" presName="node" presStyleLbl="node1" presStyleIdx="3" presStyleCnt="5">
        <dgm:presLayoutVars>
          <dgm:bulletEnabled val="1"/>
        </dgm:presLayoutVars>
      </dgm:prSet>
      <dgm:spPr/>
    </dgm:pt>
    <dgm:pt modelId="{2031C089-0AB1-4335-BEFF-E4DD1F19A0AF}" type="pres">
      <dgm:prSet presAssocID="{D8DFBA6C-30A5-4A02-A3F1-5DEDABD909EC}" presName="sibTrans" presStyleLbl="sibTrans2D1" presStyleIdx="3" presStyleCnt="4"/>
      <dgm:spPr/>
    </dgm:pt>
    <dgm:pt modelId="{F047C5F4-68FE-4FE2-BE57-06E3C2FEFDEA}" type="pres">
      <dgm:prSet presAssocID="{D8DFBA6C-30A5-4A02-A3F1-5DEDABD909EC}" presName="connectorText" presStyleLbl="sibTrans2D1" presStyleIdx="3" presStyleCnt="4"/>
      <dgm:spPr/>
    </dgm:pt>
    <dgm:pt modelId="{280E593C-3861-4340-BFAA-5E1D6187F330}" type="pres">
      <dgm:prSet presAssocID="{C0F8D1CA-2133-4963-BB01-69B403CAF09C}" presName="node" presStyleLbl="node1" presStyleIdx="4" presStyleCnt="5">
        <dgm:presLayoutVars>
          <dgm:bulletEnabled val="1"/>
        </dgm:presLayoutVars>
      </dgm:prSet>
      <dgm:spPr/>
    </dgm:pt>
  </dgm:ptLst>
  <dgm:cxnLst>
    <dgm:cxn modelId="{6AD71105-E212-41B0-A999-DF8269C97269}" type="presOf" srcId="{7D15F306-20DF-4AF7-AE6C-A48A2B6C95B3}" destId="{6ED57A49-83BD-4E7E-9B2B-53BF27BECBCB}" srcOrd="0" destOrd="2" presId="urn:microsoft.com/office/officeart/2005/8/layout/process1"/>
    <dgm:cxn modelId="{6E554718-68EF-4E63-9CF3-1D4BEE019B6A}" type="presOf" srcId="{0BF1748A-E08F-4D2E-9F08-C5BF668B6866}" destId="{399DD531-3902-4A18-8F5E-388E56471F8D}" srcOrd="0" destOrd="0" presId="urn:microsoft.com/office/officeart/2005/8/layout/process1"/>
    <dgm:cxn modelId="{E9FF1D31-8D19-4A68-8462-CB7DEBAE8091}" type="presOf" srcId="{A5FA9414-34E1-44BE-9DF7-C1C95C31EEA2}" destId="{5DE4B496-E220-45A4-9399-5249948F80B7}" srcOrd="0" destOrd="0" presId="urn:microsoft.com/office/officeart/2005/8/layout/process1"/>
    <dgm:cxn modelId="{1B937D36-6FF0-49D1-9908-6C38B91084C7}" srcId="{EA8FDC04-5F83-41A6-BE1E-E5BDF299E75B}" destId="{8699AA1F-FC73-416C-A281-E24344EA81B6}" srcOrd="2" destOrd="0" parTransId="{5105C0A7-CCF2-49EF-9495-15DA30F58FC9}" sibTransId="{0BF1748A-E08F-4D2E-9F08-C5BF668B6866}"/>
    <dgm:cxn modelId="{B9DB0361-01E9-4B6D-BAEB-9B896F92190B}" srcId="{EA8FDC04-5F83-41A6-BE1E-E5BDF299E75B}" destId="{91A5DF6B-4C57-4C30-9FBE-1676AA71D560}" srcOrd="1" destOrd="0" parTransId="{4E52845D-C032-4E75-99BD-86DA3D749C42}" sibTransId="{77454D98-A81C-4503-A46D-11561ABA2681}"/>
    <dgm:cxn modelId="{5A4D9466-FCA0-4CAF-80EB-849BC5B377EB}" type="presOf" srcId="{C0F8D1CA-2133-4963-BB01-69B403CAF09C}" destId="{280E593C-3861-4340-BFAA-5E1D6187F330}" srcOrd="0" destOrd="0" presId="urn:microsoft.com/office/officeart/2005/8/layout/process1"/>
    <dgm:cxn modelId="{22637C4C-4393-4B2F-B4EF-373762927849}" type="presOf" srcId="{8699AA1F-FC73-416C-A281-E24344EA81B6}" destId="{6ED57A49-83BD-4E7E-9B2B-53BF27BECBCB}" srcOrd="0" destOrd="0" presId="urn:microsoft.com/office/officeart/2005/8/layout/process1"/>
    <dgm:cxn modelId="{24D99B70-DB63-41E4-8341-B4D5E490C417}" type="presOf" srcId="{EA8FDC04-5F83-41A6-BE1E-E5BDF299E75B}" destId="{01195A2B-4663-43B3-B8F7-48ECEF5B80E4}" srcOrd="0" destOrd="0" presId="urn:microsoft.com/office/officeart/2005/8/layout/process1"/>
    <dgm:cxn modelId="{5495ED75-2372-410C-801E-430B4884E680}" type="presOf" srcId="{77454D98-A81C-4503-A46D-11561ABA2681}" destId="{DF0CDE25-1507-4A2A-ABE2-22F6BACC9070}" srcOrd="1" destOrd="0" presId="urn:microsoft.com/office/officeart/2005/8/layout/process1"/>
    <dgm:cxn modelId="{74AAED79-9315-4C2A-A713-9E3C634E3D8A}" type="presOf" srcId="{D8DFBA6C-30A5-4A02-A3F1-5DEDABD909EC}" destId="{F047C5F4-68FE-4FE2-BE57-06E3C2FEFDEA}" srcOrd="1" destOrd="0" presId="urn:microsoft.com/office/officeart/2005/8/layout/process1"/>
    <dgm:cxn modelId="{D71FC586-C344-4EAE-A471-B3F5F40711A1}" type="presOf" srcId="{0BF1748A-E08F-4D2E-9F08-C5BF668B6866}" destId="{ED1AA552-22B4-4B3F-BBAA-43DDA124761B}" srcOrd="1" destOrd="0" presId="urn:microsoft.com/office/officeart/2005/8/layout/process1"/>
    <dgm:cxn modelId="{F4A6688D-5E87-438E-8FEC-A4446DD33EF5}" type="presOf" srcId="{77454D98-A81C-4503-A46D-11561ABA2681}" destId="{9E03C07D-3475-405A-92D5-836351FD9AAB}" srcOrd="0" destOrd="0" presId="urn:microsoft.com/office/officeart/2005/8/layout/process1"/>
    <dgm:cxn modelId="{DC130995-00F3-42E8-8811-939390ADF6A8}" type="presOf" srcId="{FB31A152-1138-43D1-932D-3FA6267177BC}" destId="{6ED57A49-83BD-4E7E-9B2B-53BF27BECBCB}" srcOrd="0" destOrd="1" presId="urn:microsoft.com/office/officeart/2005/8/layout/process1"/>
    <dgm:cxn modelId="{F59C00A2-CB3D-418E-AC8B-57ED7569F4F0}" srcId="{EA8FDC04-5F83-41A6-BE1E-E5BDF299E75B}" destId="{C2EDA8D9-B1FE-4CA2-A134-66BB5AFEB48F}" srcOrd="3" destOrd="0" parTransId="{22968B2B-42D3-41F0-A764-04FC2AA1A52F}" sibTransId="{D8DFBA6C-30A5-4A02-A3F1-5DEDABD909EC}"/>
    <dgm:cxn modelId="{37F8DEA7-49CC-4434-B247-B8ED34F4CF72}" srcId="{8699AA1F-FC73-416C-A281-E24344EA81B6}" destId="{FB31A152-1138-43D1-932D-3FA6267177BC}" srcOrd="0" destOrd="0" parTransId="{7B032AE3-CBA1-4DFE-9F40-E97A0F152202}" sibTransId="{26B3EE38-4301-4B04-8188-3453A6C6926D}"/>
    <dgm:cxn modelId="{641118B3-E4ED-49BE-B6BC-7F475ED2FFA3}" srcId="{8699AA1F-FC73-416C-A281-E24344EA81B6}" destId="{7D15F306-20DF-4AF7-AE6C-A48A2B6C95B3}" srcOrd="1" destOrd="0" parTransId="{89C53B3C-803F-4992-A7D9-4C732743D2AD}" sibTransId="{394B7A07-D192-420E-8347-9001D7798D7E}"/>
    <dgm:cxn modelId="{028351B6-62AA-4F10-AC0C-C940A2D5281F}" type="presOf" srcId="{B1D832BA-58C4-4D4A-86C2-629A3A6E3B9A}" destId="{EB620291-78E1-44EC-8FF1-EDFE865014D1}" srcOrd="0" destOrd="0" presId="urn:microsoft.com/office/officeart/2005/8/layout/process1"/>
    <dgm:cxn modelId="{DF7C22B8-CF5A-4AE1-B686-5B443111B03A}" srcId="{EA8FDC04-5F83-41A6-BE1E-E5BDF299E75B}" destId="{B1D832BA-58C4-4D4A-86C2-629A3A6E3B9A}" srcOrd="0" destOrd="0" parTransId="{29D1AEE2-2818-49FC-9C79-E6D1DCC63C43}" sibTransId="{A5FA9414-34E1-44BE-9DF7-C1C95C31EEA2}"/>
    <dgm:cxn modelId="{FD5EAEBA-B406-4AAF-8113-4B10BF900D11}" type="presOf" srcId="{91A5DF6B-4C57-4C30-9FBE-1676AA71D560}" destId="{EE9E35A8-838E-4FED-BECB-474F746DCAA5}" srcOrd="0" destOrd="0" presId="urn:microsoft.com/office/officeart/2005/8/layout/process1"/>
    <dgm:cxn modelId="{4AC21EC8-5D2C-4108-A3CB-402ACF303B93}" srcId="{EA8FDC04-5F83-41A6-BE1E-E5BDF299E75B}" destId="{C0F8D1CA-2133-4963-BB01-69B403CAF09C}" srcOrd="4" destOrd="0" parTransId="{F809D5DD-C4E0-4A80-8AC1-1D92CAD1D092}" sibTransId="{4B9DB53C-6ED1-4D69-BA5B-8D1058414EB1}"/>
    <dgm:cxn modelId="{E1FA32CB-4B8F-4032-B329-558F5EEF70B1}" type="presOf" srcId="{C2EDA8D9-B1FE-4CA2-A134-66BB5AFEB48F}" destId="{5758AD8B-C2E1-457C-B86D-2EDA4A713E9F}" srcOrd="0" destOrd="0" presId="urn:microsoft.com/office/officeart/2005/8/layout/process1"/>
    <dgm:cxn modelId="{5F18D2CF-0EC6-4922-AF4E-173C23BBA77B}" type="presOf" srcId="{D8DFBA6C-30A5-4A02-A3F1-5DEDABD909EC}" destId="{2031C089-0AB1-4335-BEFF-E4DD1F19A0AF}" srcOrd="0" destOrd="0" presId="urn:microsoft.com/office/officeart/2005/8/layout/process1"/>
    <dgm:cxn modelId="{B6405ADB-EA47-4C26-A729-38DC199482FA}" type="presOf" srcId="{A5FA9414-34E1-44BE-9DF7-C1C95C31EEA2}" destId="{7649F3AD-28F3-4CE3-937C-033CBFAAF34E}" srcOrd="1" destOrd="0" presId="urn:microsoft.com/office/officeart/2005/8/layout/process1"/>
    <dgm:cxn modelId="{2D41820E-255F-4F21-B3E9-3060BD39B791}" type="presParOf" srcId="{01195A2B-4663-43B3-B8F7-48ECEF5B80E4}" destId="{EB620291-78E1-44EC-8FF1-EDFE865014D1}" srcOrd="0" destOrd="0" presId="urn:microsoft.com/office/officeart/2005/8/layout/process1"/>
    <dgm:cxn modelId="{4F4066F1-0AC0-491E-A4FA-4F64B64D6634}" type="presParOf" srcId="{01195A2B-4663-43B3-B8F7-48ECEF5B80E4}" destId="{5DE4B496-E220-45A4-9399-5249948F80B7}" srcOrd="1" destOrd="0" presId="urn:microsoft.com/office/officeart/2005/8/layout/process1"/>
    <dgm:cxn modelId="{87FBC692-C61D-40D7-ABA1-13C5070780C2}" type="presParOf" srcId="{5DE4B496-E220-45A4-9399-5249948F80B7}" destId="{7649F3AD-28F3-4CE3-937C-033CBFAAF34E}" srcOrd="0" destOrd="0" presId="urn:microsoft.com/office/officeart/2005/8/layout/process1"/>
    <dgm:cxn modelId="{27483EFC-86E8-4CB5-991A-AAD1A6D482A0}" type="presParOf" srcId="{01195A2B-4663-43B3-B8F7-48ECEF5B80E4}" destId="{EE9E35A8-838E-4FED-BECB-474F746DCAA5}" srcOrd="2" destOrd="0" presId="urn:microsoft.com/office/officeart/2005/8/layout/process1"/>
    <dgm:cxn modelId="{A32A09F8-006E-496B-8719-9C9FA65C4F49}" type="presParOf" srcId="{01195A2B-4663-43B3-B8F7-48ECEF5B80E4}" destId="{9E03C07D-3475-405A-92D5-836351FD9AAB}" srcOrd="3" destOrd="0" presId="urn:microsoft.com/office/officeart/2005/8/layout/process1"/>
    <dgm:cxn modelId="{D983D8C5-62A1-4071-804A-B0F1A6292E18}" type="presParOf" srcId="{9E03C07D-3475-405A-92D5-836351FD9AAB}" destId="{DF0CDE25-1507-4A2A-ABE2-22F6BACC9070}" srcOrd="0" destOrd="0" presId="urn:microsoft.com/office/officeart/2005/8/layout/process1"/>
    <dgm:cxn modelId="{16CD5F7A-6E42-4CC2-938D-3C895DF56472}" type="presParOf" srcId="{01195A2B-4663-43B3-B8F7-48ECEF5B80E4}" destId="{6ED57A49-83BD-4E7E-9B2B-53BF27BECBCB}" srcOrd="4" destOrd="0" presId="urn:microsoft.com/office/officeart/2005/8/layout/process1"/>
    <dgm:cxn modelId="{8625081C-F1B0-4C41-BFAF-5BE460CD46F5}" type="presParOf" srcId="{01195A2B-4663-43B3-B8F7-48ECEF5B80E4}" destId="{399DD531-3902-4A18-8F5E-388E56471F8D}" srcOrd="5" destOrd="0" presId="urn:microsoft.com/office/officeart/2005/8/layout/process1"/>
    <dgm:cxn modelId="{CD9FD43B-5DC9-4E7A-8C8E-74C6DCF22FD3}" type="presParOf" srcId="{399DD531-3902-4A18-8F5E-388E56471F8D}" destId="{ED1AA552-22B4-4B3F-BBAA-43DDA124761B}" srcOrd="0" destOrd="0" presId="urn:microsoft.com/office/officeart/2005/8/layout/process1"/>
    <dgm:cxn modelId="{0A4ABD2E-E0FB-4835-B738-69B0015EF842}" type="presParOf" srcId="{01195A2B-4663-43B3-B8F7-48ECEF5B80E4}" destId="{5758AD8B-C2E1-457C-B86D-2EDA4A713E9F}" srcOrd="6" destOrd="0" presId="urn:microsoft.com/office/officeart/2005/8/layout/process1"/>
    <dgm:cxn modelId="{EB7F31F5-50DE-4D79-A04E-32919D9DC90A}" type="presParOf" srcId="{01195A2B-4663-43B3-B8F7-48ECEF5B80E4}" destId="{2031C089-0AB1-4335-BEFF-E4DD1F19A0AF}" srcOrd="7" destOrd="0" presId="urn:microsoft.com/office/officeart/2005/8/layout/process1"/>
    <dgm:cxn modelId="{A4432024-0504-4518-91F7-893FE60E9A18}" type="presParOf" srcId="{2031C089-0AB1-4335-BEFF-E4DD1F19A0AF}" destId="{F047C5F4-68FE-4FE2-BE57-06E3C2FEFDEA}" srcOrd="0" destOrd="0" presId="urn:microsoft.com/office/officeart/2005/8/layout/process1"/>
    <dgm:cxn modelId="{B8DEA12F-00EE-4827-AEF0-086513D34833}" type="presParOf" srcId="{01195A2B-4663-43B3-B8F7-48ECEF5B80E4}" destId="{280E593C-3861-4340-BFAA-5E1D6187F330}"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4D6D1-E6E3-48C3-BF97-9DD70620E67E}">
      <dsp:nvSpPr>
        <dsp:cNvPr id="0" name=""/>
        <dsp:cNvSpPr/>
      </dsp:nvSpPr>
      <dsp:spPr>
        <a:xfrm>
          <a:off x="1878194" y="490460"/>
          <a:ext cx="379656" cy="91440"/>
        </a:xfrm>
        <a:custGeom>
          <a:avLst/>
          <a:gdLst/>
          <a:ahLst/>
          <a:cxnLst/>
          <a:rect l="0" t="0" r="0" b="0"/>
          <a:pathLst>
            <a:path>
              <a:moveTo>
                <a:pt x="0" y="45720"/>
              </a:moveTo>
              <a:lnTo>
                <a:pt x="379656"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57765" y="534129"/>
        <a:ext cx="20512" cy="4102"/>
      </dsp:txXfrm>
    </dsp:sp>
    <dsp:sp modelId="{CDFD8D1C-5CAB-4D51-A387-1C39EA7CF6DC}">
      <dsp:nvSpPr>
        <dsp:cNvPr id="0" name=""/>
        <dsp:cNvSpPr/>
      </dsp:nvSpPr>
      <dsp:spPr>
        <a:xfrm>
          <a:off x="96271" y="106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Introduction</a:t>
          </a:r>
        </a:p>
      </dsp:txBody>
      <dsp:txXfrm>
        <a:off x="96271" y="1064"/>
        <a:ext cx="1783722" cy="1070233"/>
      </dsp:txXfrm>
    </dsp:sp>
    <dsp:sp modelId="{49BAD2F3-339F-45CD-820F-EEA86EA6E25D}">
      <dsp:nvSpPr>
        <dsp:cNvPr id="0" name=""/>
        <dsp:cNvSpPr/>
      </dsp:nvSpPr>
      <dsp:spPr>
        <a:xfrm>
          <a:off x="4072173" y="490460"/>
          <a:ext cx="379656" cy="91440"/>
        </a:xfrm>
        <a:custGeom>
          <a:avLst/>
          <a:gdLst/>
          <a:ahLst/>
          <a:cxnLst/>
          <a:rect l="0" t="0" r="0" b="0"/>
          <a:pathLst>
            <a:path>
              <a:moveTo>
                <a:pt x="0" y="45720"/>
              </a:moveTo>
              <a:lnTo>
                <a:pt x="379656"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251745" y="534129"/>
        <a:ext cx="20512" cy="4102"/>
      </dsp:txXfrm>
    </dsp:sp>
    <dsp:sp modelId="{DC415CD8-6EBD-49A8-99E4-205664A721CB}">
      <dsp:nvSpPr>
        <dsp:cNvPr id="0" name=""/>
        <dsp:cNvSpPr/>
      </dsp:nvSpPr>
      <dsp:spPr>
        <a:xfrm>
          <a:off x="2290250" y="106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Payments Systems Overview</a:t>
          </a:r>
        </a:p>
      </dsp:txBody>
      <dsp:txXfrm>
        <a:off x="2290250" y="1064"/>
        <a:ext cx="1783722" cy="1070233"/>
      </dsp:txXfrm>
    </dsp:sp>
    <dsp:sp modelId="{110631BB-9F9A-4269-B0E7-0F76A2EE43A3}">
      <dsp:nvSpPr>
        <dsp:cNvPr id="0" name=""/>
        <dsp:cNvSpPr/>
      </dsp:nvSpPr>
      <dsp:spPr>
        <a:xfrm>
          <a:off x="988132" y="1069497"/>
          <a:ext cx="4387958" cy="379656"/>
        </a:xfrm>
        <a:custGeom>
          <a:avLst/>
          <a:gdLst/>
          <a:ahLst/>
          <a:cxnLst/>
          <a:rect l="0" t="0" r="0" b="0"/>
          <a:pathLst>
            <a:path>
              <a:moveTo>
                <a:pt x="4387958" y="0"/>
              </a:moveTo>
              <a:lnTo>
                <a:pt x="4387958" y="206928"/>
              </a:lnTo>
              <a:lnTo>
                <a:pt x="0" y="206928"/>
              </a:lnTo>
              <a:lnTo>
                <a:pt x="0" y="379656"/>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071934" y="1257274"/>
        <a:ext cx="220354" cy="4102"/>
      </dsp:txXfrm>
    </dsp:sp>
    <dsp:sp modelId="{E8B80151-D766-45A6-AE73-9F53E8A589B0}">
      <dsp:nvSpPr>
        <dsp:cNvPr id="0" name=""/>
        <dsp:cNvSpPr/>
      </dsp:nvSpPr>
      <dsp:spPr>
        <a:xfrm>
          <a:off x="4484229" y="106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Checking</a:t>
          </a:r>
        </a:p>
      </dsp:txBody>
      <dsp:txXfrm>
        <a:off x="4484229" y="1064"/>
        <a:ext cx="1783722" cy="1070233"/>
      </dsp:txXfrm>
    </dsp:sp>
    <dsp:sp modelId="{34099D24-D315-4692-93FC-574542CADD64}">
      <dsp:nvSpPr>
        <dsp:cNvPr id="0" name=""/>
        <dsp:cNvSpPr/>
      </dsp:nvSpPr>
      <dsp:spPr>
        <a:xfrm>
          <a:off x="1878194" y="1970950"/>
          <a:ext cx="379656" cy="91440"/>
        </a:xfrm>
        <a:custGeom>
          <a:avLst/>
          <a:gdLst/>
          <a:ahLst/>
          <a:cxnLst/>
          <a:rect l="0" t="0" r="0" b="0"/>
          <a:pathLst>
            <a:path>
              <a:moveTo>
                <a:pt x="0" y="45720"/>
              </a:moveTo>
              <a:lnTo>
                <a:pt x="379656"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57765" y="2014619"/>
        <a:ext cx="20512" cy="4102"/>
      </dsp:txXfrm>
    </dsp:sp>
    <dsp:sp modelId="{9A4E2E46-7500-48FA-ADF8-81A627E3F3B6}">
      <dsp:nvSpPr>
        <dsp:cNvPr id="0" name=""/>
        <dsp:cNvSpPr/>
      </dsp:nvSpPr>
      <dsp:spPr>
        <a:xfrm>
          <a:off x="96271" y="148155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ACH</a:t>
          </a:r>
        </a:p>
      </dsp:txBody>
      <dsp:txXfrm>
        <a:off x="96271" y="1481554"/>
        <a:ext cx="1783722" cy="1070233"/>
      </dsp:txXfrm>
    </dsp:sp>
    <dsp:sp modelId="{7FA90C6D-6A57-4376-9896-E7FA61D7C5CA}">
      <dsp:nvSpPr>
        <dsp:cNvPr id="0" name=""/>
        <dsp:cNvSpPr/>
      </dsp:nvSpPr>
      <dsp:spPr>
        <a:xfrm>
          <a:off x="4072173" y="1970950"/>
          <a:ext cx="379656" cy="91440"/>
        </a:xfrm>
        <a:custGeom>
          <a:avLst/>
          <a:gdLst/>
          <a:ahLst/>
          <a:cxnLst/>
          <a:rect l="0" t="0" r="0" b="0"/>
          <a:pathLst>
            <a:path>
              <a:moveTo>
                <a:pt x="0" y="45720"/>
              </a:moveTo>
              <a:lnTo>
                <a:pt x="379656"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251745" y="2014619"/>
        <a:ext cx="20512" cy="4102"/>
      </dsp:txXfrm>
    </dsp:sp>
    <dsp:sp modelId="{60889592-C042-48A5-BE72-097AD93ACA9A}">
      <dsp:nvSpPr>
        <dsp:cNvPr id="0" name=""/>
        <dsp:cNvSpPr/>
      </dsp:nvSpPr>
      <dsp:spPr>
        <a:xfrm>
          <a:off x="2290250" y="148155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Cards</a:t>
          </a:r>
        </a:p>
      </dsp:txBody>
      <dsp:txXfrm>
        <a:off x="2290250" y="1481554"/>
        <a:ext cx="1783722" cy="1070233"/>
      </dsp:txXfrm>
    </dsp:sp>
    <dsp:sp modelId="{B420622F-158C-454B-BAEE-C19D0F64A205}">
      <dsp:nvSpPr>
        <dsp:cNvPr id="0" name=""/>
        <dsp:cNvSpPr/>
      </dsp:nvSpPr>
      <dsp:spPr>
        <a:xfrm>
          <a:off x="988132" y="2549987"/>
          <a:ext cx="4387958" cy="379656"/>
        </a:xfrm>
        <a:custGeom>
          <a:avLst/>
          <a:gdLst/>
          <a:ahLst/>
          <a:cxnLst/>
          <a:rect l="0" t="0" r="0" b="0"/>
          <a:pathLst>
            <a:path>
              <a:moveTo>
                <a:pt x="4387958" y="0"/>
              </a:moveTo>
              <a:lnTo>
                <a:pt x="4387958" y="206928"/>
              </a:lnTo>
              <a:lnTo>
                <a:pt x="0" y="206928"/>
              </a:lnTo>
              <a:lnTo>
                <a:pt x="0" y="379656"/>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071934" y="2737764"/>
        <a:ext cx="220354" cy="4102"/>
      </dsp:txXfrm>
    </dsp:sp>
    <dsp:sp modelId="{C72E5AC1-707E-44EF-835D-54D1C2F581B2}">
      <dsp:nvSpPr>
        <dsp:cNvPr id="0" name=""/>
        <dsp:cNvSpPr/>
      </dsp:nvSpPr>
      <dsp:spPr>
        <a:xfrm>
          <a:off x="4484229" y="148155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Cash</a:t>
          </a:r>
        </a:p>
      </dsp:txBody>
      <dsp:txXfrm>
        <a:off x="4484229" y="1481554"/>
        <a:ext cx="1783722" cy="1070233"/>
      </dsp:txXfrm>
    </dsp:sp>
    <dsp:sp modelId="{7D194C25-29D2-45F5-83A5-EDB2509960D6}">
      <dsp:nvSpPr>
        <dsp:cNvPr id="0" name=""/>
        <dsp:cNvSpPr/>
      </dsp:nvSpPr>
      <dsp:spPr>
        <a:xfrm>
          <a:off x="1878194" y="3451441"/>
          <a:ext cx="379656" cy="91440"/>
        </a:xfrm>
        <a:custGeom>
          <a:avLst/>
          <a:gdLst/>
          <a:ahLst/>
          <a:cxnLst/>
          <a:rect l="0" t="0" r="0" b="0"/>
          <a:pathLst>
            <a:path>
              <a:moveTo>
                <a:pt x="0" y="45720"/>
              </a:moveTo>
              <a:lnTo>
                <a:pt x="379656"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57765" y="3495109"/>
        <a:ext cx="20512" cy="4102"/>
      </dsp:txXfrm>
    </dsp:sp>
    <dsp:sp modelId="{C955FA0A-8F5E-4697-8136-04AF2B380386}">
      <dsp:nvSpPr>
        <dsp:cNvPr id="0" name=""/>
        <dsp:cNvSpPr/>
      </dsp:nvSpPr>
      <dsp:spPr>
        <a:xfrm>
          <a:off x="96271" y="296204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Wire Transfer</a:t>
          </a:r>
        </a:p>
      </dsp:txBody>
      <dsp:txXfrm>
        <a:off x="96271" y="2962044"/>
        <a:ext cx="1783722" cy="1070233"/>
      </dsp:txXfrm>
    </dsp:sp>
    <dsp:sp modelId="{ED46E85E-166B-4AB0-A6C7-A285D0E79636}">
      <dsp:nvSpPr>
        <dsp:cNvPr id="0" name=""/>
        <dsp:cNvSpPr/>
      </dsp:nvSpPr>
      <dsp:spPr>
        <a:xfrm>
          <a:off x="4072173" y="3451441"/>
          <a:ext cx="379656" cy="91440"/>
        </a:xfrm>
        <a:custGeom>
          <a:avLst/>
          <a:gdLst/>
          <a:ahLst/>
          <a:cxnLst/>
          <a:rect l="0" t="0" r="0" b="0"/>
          <a:pathLst>
            <a:path>
              <a:moveTo>
                <a:pt x="0" y="45720"/>
              </a:moveTo>
              <a:lnTo>
                <a:pt x="379656"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251745" y="3495109"/>
        <a:ext cx="20512" cy="4102"/>
      </dsp:txXfrm>
    </dsp:sp>
    <dsp:sp modelId="{794DB545-E32B-4F00-B80C-BD9A5A8607D0}">
      <dsp:nvSpPr>
        <dsp:cNvPr id="0" name=""/>
        <dsp:cNvSpPr/>
      </dsp:nvSpPr>
      <dsp:spPr>
        <a:xfrm>
          <a:off x="2290250" y="296204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Perspectives on Payments: System Users</a:t>
          </a:r>
        </a:p>
      </dsp:txBody>
      <dsp:txXfrm>
        <a:off x="2290250" y="2962044"/>
        <a:ext cx="1783722" cy="1070233"/>
      </dsp:txXfrm>
    </dsp:sp>
    <dsp:sp modelId="{29EA0B7B-2BF4-44F8-BD53-C5B6ED2EC8F9}">
      <dsp:nvSpPr>
        <dsp:cNvPr id="0" name=""/>
        <dsp:cNvSpPr/>
      </dsp:nvSpPr>
      <dsp:spPr>
        <a:xfrm>
          <a:off x="988132" y="4030477"/>
          <a:ext cx="4387958" cy="379656"/>
        </a:xfrm>
        <a:custGeom>
          <a:avLst/>
          <a:gdLst/>
          <a:ahLst/>
          <a:cxnLst/>
          <a:rect l="0" t="0" r="0" b="0"/>
          <a:pathLst>
            <a:path>
              <a:moveTo>
                <a:pt x="4387958" y="0"/>
              </a:moveTo>
              <a:lnTo>
                <a:pt x="4387958" y="206928"/>
              </a:lnTo>
              <a:lnTo>
                <a:pt x="0" y="206928"/>
              </a:lnTo>
              <a:lnTo>
                <a:pt x="0" y="379656"/>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071934" y="4218254"/>
        <a:ext cx="220354" cy="4102"/>
      </dsp:txXfrm>
    </dsp:sp>
    <dsp:sp modelId="{FC462A4D-BA1D-46A9-8B78-CDC01CEFBFA1}">
      <dsp:nvSpPr>
        <dsp:cNvPr id="0" name=""/>
        <dsp:cNvSpPr/>
      </dsp:nvSpPr>
      <dsp:spPr>
        <a:xfrm>
          <a:off x="4484229" y="296204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Perspectives on Payments: Systems Providers</a:t>
          </a:r>
        </a:p>
      </dsp:txBody>
      <dsp:txXfrm>
        <a:off x="4484229" y="2962044"/>
        <a:ext cx="1783722" cy="1070233"/>
      </dsp:txXfrm>
    </dsp:sp>
    <dsp:sp modelId="{23226EB3-52CF-49C2-843F-80BB34765411}">
      <dsp:nvSpPr>
        <dsp:cNvPr id="0" name=""/>
        <dsp:cNvSpPr/>
      </dsp:nvSpPr>
      <dsp:spPr>
        <a:xfrm>
          <a:off x="96271" y="444253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Payments Innovation</a:t>
          </a:r>
        </a:p>
      </dsp:txBody>
      <dsp:txXfrm>
        <a:off x="96271" y="4442534"/>
        <a:ext cx="1783722" cy="10702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4D6D1-E6E3-48C3-BF97-9DD70620E67E}">
      <dsp:nvSpPr>
        <dsp:cNvPr id="0" name=""/>
        <dsp:cNvSpPr/>
      </dsp:nvSpPr>
      <dsp:spPr>
        <a:xfrm>
          <a:off x="1878194" y="490460"/>
          <a:ext cx="379656" cy="91440"/>
        </a:xfrm>
        <a:custGeom>
          <a:avLst/>
          <a:gdLst/>
          <a:ahLst/>
          <a:cxnLst/>
          <a:rect l="0" t="0" r="0" b="0"/>
          <a:pathLst>
            <a:path>
              <a:moveTo>
                <a:pt x="0" y="45720"/>
              </a:moveTo>
              <a:lnTo>
                <a:pt x="379656"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57765" y="534129"/>
        <a:ext cx="20512" cy="4102"/>
      </dsp:txXfrm>
    </dsp:sp>
    <dsp:sp modelId="{CDFD8D1C-5CAB-4D51-A387-1C39EA7CF6DC}">
      <dsp:nvSpPr>
        <dsp:cNvPr id="0" name=""/>
        <dsp:cNvSpPr/>
      </dsp:nvSpPr>
      <dsp:spPr>
        <a:xfrm>
          <a:off x="96271" y="1064"/>
          <a:ext cx="1783722" cy="1070233"/>
        </a:xfrm>
        <a:prstGeom prst="rect">
          <a:avLst/>
        </a:prstGeom>
        <a:solidFill>
          <a:schemeClr val="accent3">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Introduction</a:t>
          </a:r>
        </a:p>
      </dsp:txBody>
      <dsp:txXfrm>
        <a:off x="96271" y="1064"/>
        <a:ext cx="1783722" cy="1070233"/>
      </dsp:txXfrm>
    </dsp:sp>
    <dsp:sp modelId="{49BAD2F3-339F-45CD-820F-EEA86EA6E25D}">
      <dsp:nvSpPr>
        <dsp:cNvPr id="0" name=""/>
        <dsp:cNvSpPr/>
      </dsp:nvSpPr>
      <dsp:spPr>
        <a:xfrm>
          <a:off x="4072173" y="490460"/>
          <a:ext cx="379656" cy="91440"/>
        </a:xfrm>
        <a:custGeom>
          <a:avLst/>
          <a:gdLst/>
          <a:ahLst/>
          <a:cxnLst/>
          <a:rect l="0" t="0" r="0" b="0"/>
          <a:pathLst>
            <a:path>
              <a:moveTo>
                <a:pt x="0" y="45720"/>
              </a:moveTo>
              <a:lnTo>
                <a:pt x="379656"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251745" y="534129"/>
        <a:ext cx="20512" cy="4102"/>
      </dsp:txXfrm>
    </dsp:sp>
    <dsp:sp modelId="{DC415CD8-6EBD-49A8-99E4-205664A721CB}">
      <dsp:nvSpPr>
        <dsp:cNvPr id="0" name=""/>
        <dsp:cNvSpPr/>
      </dsp:nvSpPr>
      <dsp:spPr>
        <a:xfrm>
          <a:off x="2290250" y="1064"/>
          <a:ext cx="1783722" cy="1070233"/>
        </a:xfrm>
        <a:prstGeom prst="rect">
          <a:avLst/>
        </a:prstGeom>
        <a:solidFill>
          <a:schemeClr val="accent3">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Payments Systems Overview</a:t>
          </a:r>
        </a:p>
      </dsp:txBody>
      <dsp:txXfrm>
        <a:off x="2290250" y="1064"/>
        <a:ext cx="1783722" cy="1070233"/>
      </dsp:txXfrm>
    </dsp:sp>
    <dsp:sp modelId="{110631BB-9F9A-4269-B0E7-0F76A2EE43A3}">
      <dsp:nvSpPr>
        <dsp:cNvPr id="0" name=""/>
        <dsp:cNvSpPr/>
      </dsp:nvSpPr>
      <dsp:spPr>
        <a:xfrm>
          <a:off x="988132" y="1069497"/>
          <a:ext cx="4387958" cy="379656"/>
        </a:xfrm>
        <a:custGeom>
          <a:avLst/>
          <a:gdLst/>
          <a:ahLst/>
          <a:cxnLst/>
          <a:rect l="0" t="0" r="0" b="0"/>
          <a:pathLst>
            <a:path>
              <a:moveTo>
                <a:pt x="4387958" y="0"/>
              </a:moveTo>
              <a:lnTo>
                <a:pt x="4387958" y="206928"/>
              </a:lnTo>
              <a:lnTo>
                <a:pt x="0" y="206928"/>
              </a:lnTo>
              <a:lnTo>
                <a:pt x="0" y="379656"/>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071934" y="1257274"/>
        <a:ext cx="220354" cy="4102"/>
      </dsp:txXfrm>
    </dsp:sp>
    <dsp:sp modelId="{E8B80151-D766-45A6-AE73-9F53E8A589B0}">
      <dsp:nvSpPr>
        <dsp:cNvPr id="0" name=""/>
        <dsp:cNvSpPr/>
      </dsp:nvSpPr>
      <dsp:spPr>
        <a:xfrm>
          <a:off x="4484229" y="1064"/>
          <a:ext cx="1783722" cy="1070233"/>
        </a:xfrm>
        <a:prstGeom prst="rect">
          <a:avLst/>
        </a:prstGeom>
        <a:solidFill>
          <a:schemeClr val="accent3">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Checking</a:t>
          </a:r>
        </a:p>
      </dsp:txBody>
      <dsp:txXfrm>
        <a:off x="4484229" y="1064"/>
        <a:ext cx="1783722" cy="1070233"/>
      </dsp:txXfrm>
    </dsp:sp>
    <dsp:sp modelId="{34099D24-D315-4692-93FC-574542CADD64}">
      <dsp:nvSpPr>
        <dsp:cNvPr id="0" name=""/>
        <dsp:cNvSpPr/>
      </dsp:nvSpPr>
      <dsp:spPr>
        <a:xfrm>
          <a:off x="1878194" y="1970950"/>
          <a:ext cx="379656" cy="91440"/>
        </a:xfrm>
        <a:custGeom>
          <a:avLst/>
          <a:gdLst/>
          <a:ahLst/>
          <a:cxnLst/>
          <a:rect l="0" t="0" r="0" b="0"/>
          <a:pathLst>
            <a:path>
              <a:moveTo>
                <a:pt x="0" y="45720"/>
              </a:moveTo>
              <a:lnTo>
                <a:pt x="379656"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57765" y="2014619"/>
        <a:ext cx="20512" cy="4102"/>
      </dsp:txXfrm>
    </dsp:sp>
    <dsp:sp modelId="{9A4E2E46-7500-48FA-ADF8-81A627E3F3B6}">
      <dsp:nvSpPr>
        <dsp:cNvPr id="0" name=""/>
        <dsp:cNvSpPr/>
      </dsp:nvSpPr>
      <dsp:spPr>
        <a:xfrm>
          <a:off x="96271" y="148155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ACH</a:t>
          </a:r>
        </a:p>
      </dsp:txBody>
      <dsp:txXfrm>
        <a:off x="96271" y="1481554"/>
        <a:ext cx="1783722" cy="1070233"/>
      </dsp:txXfrm>
    </dsp:sp>
    <dsp:sp modelId="{7FA90C6D-6A57-4376-9896-E7FA61D7C5CA}">
      <dsp:nvSpPr>
        <dsp:cNvPr id="0" name=""/>
        <dsp:cNvSpPr/>
      </dsp:nvSpPr>
      <dsp:spPr>
        <a:xfrm>
          <a:off x="4072173" y="1970950"/>
          <a:ext cx="379656" cy="91440"/>
        </a:xfrm>
        <a:custGeom>
          <a:avLst/>
          <a:gdLst/>
          <a:ahLst/>
          <a:cxnLst/>
          <a:rect l="0" t="0" r="0" b="0"/>
          <a:pathLst>
            <a:path>
              <a:moveTo>
                <a:pt x="0" y="45720"/>
              </a:moveTo>
              <a:lnTo>
                <a:pt x="379656"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251745" y="2014619"/>
        <a:ext cx="20512" cy="4102"/>
      </dsp:txXfrm>
    </dsp:sp>
    <dsp:sp modelId="{60889592-C042-48A5-BE72-097AD93ACA9A}">
      <dsp:nvSpPr>
        <dsp:cNvPr id="0" name=""/>
        <dsp:cNvSpPr/>
      </dsp:nvSpPr>
      <dsp:spPr>
        <a:xfrm>
          <a:off x="2290250" y="148155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Cards</a:t>
          </a:r>
        </a:p>
      </dsp:txBody>
      <dsp:txXfrm>
        <a:off x="2290250" y="1481554"/>
        <a:ext cx="1783722" cy="1070233"/>
      </dsp:txXfrm>
    </dsp:sp>
    <dsp:sp modelId="{B420622F-158C-454B-BAEE-C19D0F64A205}">
      <dsp:nvSpPr>
        <dsp:cNvPr id="0" name=""/>
        <dsp:cNvSpPr/>
      </dsp:nvSpPr>
      <dsp:spPr>
        <a:xfrm>
          <a:off x="988132" y="2549987"/>
          <a:ext cx="4387958" cy="379656"/>
        </a:xfrm>
        <a:custGeom>
          <a:avLst/>
          <a:gdLst/>
          <a:ahLst/>
          <a:cxnLst/>
          <a:rect l="0" t="0" r="0" b="0"/>
          <a:pathLst>
            <a:path>
              <a:moveTo>
                <a:pt x="4387958" y="0"/>
              </a:moveTo>
              <a:lnTo>
                <a:pt x="4387958" y="206928"/>
              </a:lnTo>
              <a:lnTo>
                <a:pt x="0" y="206928"/>
              </a:lnTo>
              <a:lnTo>
                <a:pt x="0" y="379656"/>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071934" y="2737764"/>
        <a:ext cx="220354" cy="4102"/>
      </dsp:txXfrm>
    </dsp:sp>
    <dsp:sp modelId="{C72E5AC1-707E-44EF-835D-54D1C2F581B2}">
      <dsp:nvSpPr>
        <dsp:cNvPr id="0" name=""/>
        <dsp:cNvSpPr/>
      </dsp:nvSpPr>
      <dsp:spPr>
        <a:xfrm>
          <a:off x="4484229" y="148155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Cash</a:t>
          </a:r>
        </a:p>
      </dsp:txBody>
      <dsp:txXfrm>
        <a:off x="4484229" y="1481554"/>
        <a:ext cx="1783722" cy="1070233"/>
      </dsp:txXfrm>
    </dsp:sp>
    <dsp:sp modelId="{7D194C25-29D2-45F5-83A5-EDB2509960D6}">
      <dsp:nvSpPr>
        <dsp:cNvPr id="0" name=""/>
        <dsp:cNvSpPr/>
      </dsp:nvSpPr>
      <dsp:spPr>
        <a:xfrm>
          <a:off x="1878194" y="3451441"/>
          <a:ext cx="379656" cy="91440"/>
        </a:xfrm>
        <a:custGeom>
          <a:avLst/>
          <a:gdLst/>
          <a:ahLst/>
          <a:cxnLst/>
          <a:rect l="0" t="0" r="0" b="0"/>
          <a:pathLst>
            <a:path>
              <a:moveTo>
                <a:pt x="0" y="45720"/>
              </a:moveTo>
              <a:lnTo>
                <a:pt x="379656"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57765" y="3495109"/>
        <a:ext cx="20512" cy="4102"/>
      </dsp:txXfrm>
    </dsp:sp>
    <dsp:sp modelId="{C955FA0A-8F5E-4697-8136-04AF2B380386}">
      <dsp:nvSpPr>
        <dsp:cNvPr id="0" name=""/>
        <dsp:cNvSpPr/>
      </dsp:nvSpPr>
      <dsp:spPr>
        <a:xfrm>
          <a:off x="96271" y="2962044"/>
          <a:ext cx="1783722" cy="1070233"/>
        </a:xfrm>
        <a:prstGeom prst="rect">
          <a:avLst/>
        </a:prstGeom>
        <a:solidFill>
          <a:schemeClr val="accent3">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Core Systems: Wire Transfer</a:t>
          </a:r>
        </a:p>
      </dsp:txBody>
      <dsp:txXfrm>
        <a:off x="96271" y="2962044"/>
        <a:ext cx="1783722" cy="1070233"/>
      </dsp:txXfrm>
    </dsp:sp>
    <dsp:sp modelId="{ED46E85E-166B-4AB0-A6C7-A285D0E79636}">
      <dsp:nvSpPr>
        <dsp:cNvPr id="0" name=""/>
        <dsp:cNvSpPr/>
      </dsp:nvSpPr>
      <dsp:spPr>
        <a:xfrm>
          <a:off x="4072173" y="3451441"/>
          <a:ext cx="379656" cy="91440"/>
        </a:xfrm>
        <a:custGeom>
          <a:avLst/>
          <a:gdLst/>
          <a:ahLst/>
          <a:cxnLst/>
          <a:rect l="0" t="0" r="0" b="0"/>
          <a:pathLst>
            <a:path>
              <a:moveTo>
                <a:pt x="0" y="45720"/>
              </a:moveTo>
              <a:lnTo>
                <a:pt x="379656"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251745" y="3495109"/>
        <a:ext cx="20512" cy="4102"/>
      </dsp:txXfrm>
    </dsp:sp>
    <dsp:sp modelId="{794DB545-E32B-4F00-B80C-BD9A5A8607D0}">
      <dsp:nvSpPr>
        <dsp:cNvPr id="0" name=""/>
        <dsp:cNvSpPr/>
      </dsp:nvSpPr>
      <dsp:spPr>
        <a:xfrm>
          <a:off x="2290250" y="296204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Perspectives on Payments: System Users</a:t>
          </a:r>
        </a:p>
      </dsp:txBody>
      <dsp:txXfrm>
        <a:off x="2290250" y="2962044"/>
        <a:ext cx="1783722" cy="1070233"/>
      </dsp:txXfrm>
    </dsp:sp>
    <dsp:sp modelId="{29EA0B7B-2BF4-44F8-BD53-C5B6ED2EC8F9}">
      <dsp:nvSpPr>
        <dsp:cNvPr id="0" name=""/>
        <dsp:cNvSpPr/>
      </dsp:nvSpPr>
      <dsp:spPr>
        <a:xfrm>
          <a:off x="988132" y="4030477"/>
          <a:ext cx="4387958" cy="379656"/>
        </a:xfrm>
        <a:custGeom>
          <a:avLst/>
          <a:gdLst/>
          <a:ahLst/>
          <a:cxnLst/>
          <a:rect l="0" t="0" r="0" b="0"/>
          <a:pathLst>
            <a:path>
              <a:moveTo>
                <a:pt x="4387958" y="0"/>
              </a:moveTo>
              <a:lnTo>
                <a:pt x="4387958" y="206928"/>
              </a:lnTo>
              <a:lnTo>
                <a:pt x="0" y="206928"/>
              </a:lnTo>
              <a:lnTo>
                <a:pt x="0" y="379656"/>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071934" y="4218254"/>
        <a:ext cx="220354" cy="4102"/>
      </dsp:txXfrm>
    </dsp:sp>
    <dsp:sp modelId="{FC462A4D-BA1D-46A9-8B78-CDC01CEFBFA1}">
      <dsp:nvSpPr>
        <dsp:cNvPr id="0" name=""/>
        <dsp:cNvSpPr/>
      </dsp:nvSpPr>
      <dsp:spPr>
        <a:xfrm>
          <a:off x="4484229" y="296204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Perspectives on Payments: Systems Providers</a:t>
          </a:r>
        </a:p>
      </dsp:txBody>
      <dsp:txXfrm>
        <a:off x="4484229" y="2962044"/>
        <a:ext cx="1783722" cy="1070233"/>
      </dsp:txXfrm>
    </dsp:sp>
    <dsp:sp modelId="{23226EB3-52CF-49C2-843F-80BB34765411}">
      <dsp:nvSpPr>
        <dsp:cNvPr id="0" name=""/>
        <dsp:cNvSpPr/>
      </dsp:nvSpPr>
      <dsp:spPr>
        <a:xfrm>
          <a:off x="96271" y="4442534"/>
          <a:ext cx="1783722" cy="1070233"/>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404" tIns="91746" rIns="87404" bIns="91746"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Payments Innovation</a:t>
          </a:r>
        </a:p>
      </dsp:txBody>
      <dsp:txXfrm>
        <a:off x="96271" y="4442534"/>
        <a:ext cx="1783722" cy="10702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CC6E2-DB13-4229-B4B7-3AF08CD90143}">
      <dsp:nvSpPr>
        <dsp:cNvPr id="0" name=""/>
        <dsp:cNvSpPr/>
      </dsp:nvSpPr>
      <dsp:spPr>
        <a:xfrm>
          <a:off x="3160067" y="1798982"/>
          <a:ext cx="694702" cy="91440"/>
        </a:xfrm>
        <a:custGeom>
          <a:avLst/>
          <a:gdLst/>
          <a:ahLst/>
          <a:cxnLst/>
          <a:rect l="0" t="0" r="0" b="0"/>
          <a:pathLst>
            <a:path>
              <a:moveTo>
                <a:pt x="0" y="45720"/>
              </a:moveTo>
              <a:lnTo>
                <a:pt x="69470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489285" y="1841075"/>
        <a:ext cx="36265" cy="7253"/>
      </dsp:txXfrm>
    </dsp:sp>
    <dsp:sp modelId="{A1CB771D-E120-4977-9CAD-39621D3DB18C}">
      <dsp:nvSpPr>
        <dsp:cNvPr id="0" name=""/>
        <dsp:cNvSpPr/>
      </dsp:nvSpPr>
      <dsp:spPr>
        <a:xfrm>
          <a:off x="8377" y="898655"/>
          <a:ext cx="3153489" cy="189209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524" tIns="162200" rIns="154524" bIns="162200" numCol="1" spcCol="1270" anchor="ctr" anchorCtr="0">
          <a:noAutofit/>
        </a:bodyPr>
        <a:lstStyle/>
        <a:p>
          <a:pPr marL="0" lvl="0" indent="0" algn="ctr" defTabSz="666750">
            <a:lnSpc>
              <a:spcPct val="90000"/>
            </a:lnSpc>
            <a:spcBef>
              <a:spcPct val="0"/>
            </a:spcBef>
            <a:spcAft>
              <a:spcPct val="35000"/>
            </a:spcAft>
            <a:buNone/>
          </a:pPr>
          <a:r>
            <a:rPr lang="en-US" sz="1500" b="1" kern="1200" dirty="0"/>
            <a:t>What</a:t>
          </a:r>
          <a:r>
            <a:rPr lang="en-US" sz="1500" kern="1200" dirty="0"/>
            <a:t>: </a:t>
          </a:r>
        </a:p>
        <a:p>
          <a:pPr marL="0" lvl="0" indent="0" algn="ctr" defTabSz="666750">
            <a:lnSpc>
              <a:spcPct val="90000"/>
            </a:lnSpc>
            <a:spcBef>
              <a:spcPct val="0"/>
            </a:spcBef>
            <a:spcAft>
              <a:spcPct val="35000"/>
            </a:spcAft>
            <a:buNone/>
          </a:pPr>
          <a:r>
            <a:rPr lang="en-US" sz="1500" kern="1200" dirty="0"/>
            <a:t>A comprehensive description of the payments systems (</a:t>
          </a:r>
          <a:r>
            <a:rPr lang="en-US" sz="1500" b="1" kern="1200" dirty="0"/>
            <a:t>cards, checks, ACH, wires, and cash</a:t>
          </a:r>
          <a:r>
            <a:rPr lang="en-US" sz="1500" kern="1200" dirty="0"/>
            <a:t>) that move money between and among </a:t>
          </a:r>
          <a:r>
            <a:rPr lang="en-US" sz="1500" b="1" kern="1200" dirty="0"/>
            <a:t>consumers and enterprises </a:t>
          </a:r>
          <a:r>
            <a:rPr lang="en-US" sz="1500" kern="1200" dirty="0"/>
            <a:t>in the U.S. </a:t>
          </a:r>
        </a:p>
      </dsp:txBody>
      <dsp:txXfrm>
        <a:off x="8377" y="898655"/>
        <a:ext cx="3153489" cy="1892093"/>
      </dsp:txXfrm>
    </dsp:sp>
    <dsp:sp modelId="{23C6B005-A61A-4616-B9B8-CDB4A9CA67F6}">
      <dsp:nvSpPr>
        <dsp:cNvPr id="0" name=""/>
        <dsp:cNvSpPr/>
      </dsp:nvSpPr>
      <dsp:spPr>
        <a:xfrm>
          <a:off x="7038859" y="1798982"/>
          <a:ext cx="694702" cy="91440"/>
        </a:xfrm>
        <a:custGeom>
          <a:avLst/>
          <a:gdLst/>
          <a:ahLst/>
          <a:cxnLst/>
          <a:rect l="0" t="0" r="0" b="0"/>
          <a:pathLst>
            <a:path>
              <a:moveTo>
                <a:pt x="0" y="45720"/>
              </a:moveTo>
              <a:lnTo>
                <a:pt x="694702"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7368078" y="1841075"/>
        <a:ext cx="36265" cy="7253"/>
      </dsp:txXfrm>
    </dsp:sp>
    <dsp:sp modelId="{C6ECFC01-90F8-4C52-8EFF-8CF4E0B6E785}">
      <dsp:nvSpPr>
        <dsp:cNvPr id="0" name=""/>
        <dsp:cNvSpPr/>
      </dsp:nvSpPr>
      <dsp:spPr>
        <a:xfrm>
          <a:off x="3887169" y="898655"/>
          <a:ext cx="3153489" cy="1892093"/>
        </a:xfrm>
        <a:prstGeom prst="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524" tIns="162200" rIns="154524" bIns="162200" numCol="1" spcCol="1270" anchor="ctr" anchorCtr="0">
          <a:noAutofit/>
        </a:bodyPr>
        <a:lstStyle/>
        <a:p>
          <a:pPr marL="0" lvl="0" indent="0" algn="ctr" defTabSz="666750">
            <a:lnSpc>
              <a:spcPct val="90000"/>
            </a:lnSpc>
            <a:spcBef>
              <a:spcPct val="0"/>
            </a:spcBef>
            <a:spcAft>
              <a:spcPct val="35000"/>
            </a:spcAft>
            <a:buNone/>
          </a:pPr>
          <a:r>
            <a:rPr lang="en-US" sz="1500" b="1" kern="1200" dirty="0"/>
            <a:t>For whom: </a:t>
          </a:r>
        </a:p>
        <a:p>
          <a:pPr marL="0" lvl="0" indent="0" algn="ctr" defTabSz="666750">
            <a:lnSpc>
              <a:spcPct val="90000"/>
            </a:lnSpc>
            <a:spcBef>
              <a:spcPct val="0"/>
            </a:spcBef>
            <a:spcAft>
              <a:spcPct val="35000"/>
            </a:spcAft>
            <a:buNone/>
          </a:pPr>
          <a:r>
            <a:rPr lang="en-US" sz="1500" kern="1200" dirty="0"/>
            <a:t>Anyone in the payments industry – or needing to use payments products. </a:t>
          </a:r>
          <a:endParaRPr lang="en-US" sz="1500" b="1" kern="1200" dirty="0"/>
        </a:p>
      </dsp:txBody>
      <dsp:txXfrm>
        <a:off x="3887169" y="898655"/>
        <a:ext cx="3153489" cy="1892093"/>
      </dsp:txXfrm>
    </dsp:sp>
    <dsp:sp modelId="{AAEB24DB-1CD7-4C49-B91E-28DE12CEF0CC}">
      <dsp:nvSpPr>
        <dsp:cNvPr id="0" name=""/>
        <dsp:cNvSpPr/>
      </dsp:nvSpPr>
      <dsp:spPr>
        <a:xfrm>
          <a:off x="7765961" y="898655"/>
          <a:ext cx="3153489" cy="1892093"/>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4524" tIns="162200" rIns="154524" bIns="162200" numCol="1" spcCol="1270" anchor="ctr" anchorCtr="0">
          <a:noAutofit/>
        </a:bodyPr>
        <a:lstStyle/>
        <a:p>
          <a:pPr marL="0" lvl="0" indent="0" algn="ctr" defTabSz="666750">
            <a:lnSpc>
              <a:spcPct val="90000"/>
            </a:lnSpc>
            <a:spcBef>
              <a:spcPct val="0"/>
            </a:spcBef>
            <a:spcAft>
              <a:spcPct val="35000"/>
            </a:spcAft>
            <a:buNone/>
          </a:pPr>
          <a:r>
            <a:rPr lang="en-US" sz="1500" b="1" kern="1200" dirty="0"/>
            <a:t>When</a:t>
          </a:r>
          <a:r>
            <a:rPr lang="en-US" sz="1500" kern="1200" dirty="0"/>
            <a:t>: </a:t>
          </a:r>
        </a:p>
        <a:p>
          <a:pPr marL="0" lvl="0" indent="0" algn="ctr" defTabSz="666750">
            <a:lnSpc>
              <a:spcPct val="90000"/>
            </a:lnSpc>
            <a:spcBef>
              <a:spcPct val="0"/>
            </a:spcBef>
            <a:spcAft>
              <a:spcPct val="35000"/>
            </a:spcAft>
            <a:buNone/>
          </a:pPr>
          <a:r>
            <a:rPr lang="en-US" sz="1500" kern="1200" dirty="0"/>
            <a:t>Written in 2017, but is recommended by Industry leaders for basics</a:t>
          </a:r>
        </a:p>
      </dsp:txBody>
      <dsp:txXfrm>
        <a:off x="7765961" y="898655"/>
        <a:ext cx="3153489" cy="18920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05CCE-CD39-47F0-9197-4257020F19AA}">
      <dsp:nvSpPr>
        <dsp:cNvPr id="0" name=""/>
        <dsp:cNvSpPr/>
      </dsp:nvSpPr>
      <dsp:spPr>
        <a:xfrm>
          <a:off x="0" y="373868"/>
          <a:ext cx="10515600" cy="17640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Font typeface="+mj-lt"/>
            <a:buAutoNum type="arabicPeriod"/>
          </a:pPr>
          <a:r>
            <a:rPr lang="en-US" sz="1400" kern="1200" dirty="0"/>
            <a:t>Involve </a:t>
          </a:r>
          <a:r>
            <a:rPr lang="en-US" sz="1400" b="1" kern="1200" dirty="0"/>
            <a:t>multiple parties</a:t>
          </a:r>
          <a:r>
            <a:rPr lang="en-US" sz="1400" kern="1200" dirty="0"/>
            <a:t>: issuer banks, acquirers, processors, and card networks.</a:t>
          </a:r>
        </a:p>
        <a:p>
          <a:pPr marL="114300" lvl="1" indent="-114300" algn="l" defTabSz="622300">
            <a:lnSpc>
              <a:spcPct val="90000"/>
            </a:lnSpc>
            <a:spcBef>
              <a:spcPct val="0"/>
            </a:spcBef>
            <a:spcAft>
              <a:spcPct val="15000"/>
            </a:spcAft>
            <a:buFont typeface="+mj-lt"/>
            <a:buAutoNum type="arabicPeriod"/>
          </a:pPr>
          <a:r>
            <a:rPr lang="en-US" sz="1400" b="1" kern="1200" dirty="0"/>
            <a:t>Revenue</a:t>
          </a:r>
          <a:r>
            <a:rPr lang="en-US" sz="1400" kern="1200" dirty="0"/>
            <a:t> generated </a:t>
          </a:r>
          <a:r>
            <a:rPr lang="en-US" sz="1400" b="0" kern="1200" dirty="0"/>
            <a:t>through shared transaction fees </a:t>
          </a:r>
          <a:r>
            <a:rPr lang="en-US" sz="1400" kern="1200" dirty="0"/>
            <a:t>(interchange, network, processing).</a:t>
          </a:r>
        </a:p>
        <a:p>
          <a:pPr marL="114300" lvl="1" indent="-114300" algn="l" defTabSz="622300">
            <a:lnSpc>
              <a:spcPct val="90000"/>
            </a:lnSpc>
            <a:spcBef>
              <a:spcPct val="0"/>
            </a:spcBef>
            <a:spcAft>
              <a:spcPct val="15000"/>
            </a:spcAft>
            <a:buFont typeface="+mj-lt"/>
            <a:buAutoNum type="arabicPeriod"/>
          </a:pPr>
          <a:r>
            <a:rPr lang="en-US" sz="1400" b="1" kern="1200" dirty="0"/>
            <a:t>Broad merchant acceptance </a:t>
          </a:r>
          <a:r>
            <a:rPr lang="en-US" sz="1400" kern="1200" dirty="0"/>
            <a:t>across regions and industries.</a:t>
          </a:r>
        </a:p>
        <a:p>
          <a:pPr marL="114300" lvl="1" indent="-114300" algn="l" defTabSz="622300">
            <a:lnSpc>
              <a:spcPct val="90000"/>
            </a:lnSpc>
            <a:spcBef>
              <a:spcPct val="0"/>
            </a:spcBef>
            <a:spcAft>
              <a:spcPct val="15000"/>
            </a:spcAft>
            <a:buFont typeface="+mj-lt"/>
            <a:buAutoNum type="arabicPeriod"/>
          </a:pPr>
          <a:r>
            <a:rPr lang="en-US" sz="1400" b="1" kern="1200" dirty="0"/>
            <a:t>Limited control </a:t>
          </a:r>
          <a:r>
            <a:rPr lang="en-US" sz="1400" kern="1200" dirty="0"/>
            <a:t>over customer data and user experience.</a:t>
          </a:r>
        </a:p>
        <a:p>
          <a:pPr marL="114300" lvl="1" indent="-114300" algn="l" defTabSz="622300">
            <a:lnSpc>
              <a:spcPct val="90000"/>
            </a:lnSpc>
            <a:spcBef>
              <a:spcPct val="0"/>
            </a:spcBef>
            <a:spcAft>
              <a:spcPct val="15000"/>
            </a:spcAft>
            <a:buFont typeface="+mj-lt"/>
            <a:buAutoNum type="arabicPeriod"/>
          </a:pPr>
          <a:r>
            <a:rPr lang="en-US" sz="1400" b="1" kern="1200" dirty="0"/>
            <a:t>High scalability </a:t>
          </a:r>
          <a:r>
            <a:rPr lang="en-US" sz="1400" kern="1200" dirty="0"/>
            <a:t>due to global network interoperability.</a:t>
          </a:r>
        </a:p>
        <a:p>
          <a:pPr marL="114300" lvl="1" indent="-114300" algn="l" defTabSz="622300">
            <a:lnSpc>
              <a:spcPct val="90000"/>
            </a:lnSpc>
            <a:spcBef>
              <a:spcPct val="0"/>
            </a:spcBef>
            <a:spcAft>
              <a:spcPct val="15000"/>
            </a:spcAft>
            <a:buFont typeface="+mj-lt"/>
            <a:buAutoNum type="arabicPeriod"/>
          </a:pPr>
          <a:r>
            <a:rPr lang="en-US" sz="1400" kern="1200" dirty="0"/>
            <a:t>Subject to </a:t>
          </a:r>
          <a:r>
            <a:rPr lang="en-US" sz="1400" b="1" kern="1200" dirty="0"/>
            <a:t>strict regulatory compliance </a:t>
          </a:r>
          <a:r>
            <a:rPr lang="en-US" sz="1400" kern="1200" dirty="0"/>
            <a:t>(e.g., PCI DSS, AML, KYC).</a:t>
          </a:r>
        </a:p>
      </dsp:txBody>
      <dsp:txXfrm>
        <a:off x="0" y="373868"/>
        <a:ext cx="10515600" cy="1764000"/>
      </dsp:txXfrm>
    </dsp:sp>
    <dsp:sp modelId="{13378683-6452-4430-8EE0-302D7E5CD18C}">
      <dsp:nvSpPr>
        <dsp:cNvPr id="0" name=""/>
        <dsp:cNvSpPr/>
      </dsp:nvSpPr>
      <dsp:spPr>
        <a:xfrm>
          <a:off x="525780" y="167228"/>
          <a:ext cx="7360920" cy="41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dirty="0"/>
            <a:t>Open-Loop Payment Systems (e.g., Visa, Mastercard):</a:t>
          </a:r>
        </a:p>
      </dsp:txBody>
      <dsp:txXfrm>
        <a:off x="545955" y="187403"/>
        <a:ext cx="7320570" cy="372930"/>
      </dsp:txXfrm>
    </dsp:sp>
    <dsp:sp modelId="{B61ECA15-8BA2-4ABC-9926-41B0C04CBFB5}">
      <dsp:nvSpPr>
        <dsp:cNvPr id="0" name=""/>
        <dsp:cNvSpPr/>
      </dsp:nvSpPr>
      <dsp:spPr>
        <a:xfrm>
          <a:off x="0" y="2420109"/>
          <a:ext cx="10515600" cy="1764000"/>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Font typeface="+mj-lt"/>
            <a:buAutoNum type="arabicPeriod"/>
          </a:pPr>
          <a:r>
            <a:rPr lang="en-US" sz="1400" kern="1200" dirty="0"/>
            <a:t>Operate within a </a:t>
          </a:r>
          <a:r>
            <a:rPr lang="en-US" sz="1400" b="1" kern="1200" dirty="0"/>
            <a:t>single company’s </a:t>
          </a:r>
          <a:r>
            <a:rPr lang="en-US" sz="1400" kern="1200" dirty="0"/>
            <a:t>ecosystem (issuer, processor, and merchant are the same).</a:t>
          </a:r>
        </a:p>
        <a:p>
          <a:pPr marL="114300" lvl="1" indent="-114300" algn="l" defTabSz="622300">
            <a:lnSpc>
              <a:spcPct val="90000"/>
            </a:lnSpc>
            <a:spcBef>
              <a:spcPct val="0"/>
            </a:spcBef>
            <a:spcAft>
              <a:spcPct val="15000"/>
            </a:spcAft>
            <a:buFont typeface="+mj-lt"/>
            <a:buAutoNum type="arabicPeriod"/>
          </a:pPr>
          <a:r>
            <a:rPr lang="en-US" sz="1400" b="1" kern="1200" dirty="0"/>
            <a:t>Revenue</a:t>
          </a:r>
          <a:r>
            <a:rPr lang="en-US" sz="1400" kern="1200" dirty="0"/>
            <a:t> </a:t>
          </a:r>
          <a:r>
            <a:rPr lang="en-US" sz="1400" b="0" kern="1200" dirty="0"/>
            <a:t>retained entirely by the company</a:t>
          </a:r>
          <a:r>
            <a:rPr lang="en-US" sz="1400" kern="1200" dirty="0"/>
            <a:t>; may include interest on stored value (float).</a:t>
          </a:r>
        </a:p>
        <a:p>
          <a:pPr marL="114300" lvl="1" indent="-114300" algn="l" defTabSz="622300">
            <a:lnSpc>
              <a:spcPct val="90000"/>
            </a:lnSpc>
            <a:spcBef>
              <a:spcPct val="0"/>
            </a:spcBef>
            <a:spcAft>
              <a:spcPct val="15000"/>
            </a:spcAft>
            <a:buFont typeface="+mj-lt"/>
            <a:buAutoNum type="arabicPeriod"/>
          </a:pPr>
          <a:r>
            <a:rPr lang="en-US" sz="1400" b="1" kern="1200" dirty="0"/>
            <a:t>Limited to specific merchants </a:t>
          </a:r>
          <a:r>
            <a:rPr lang="en-US" sz="1400" kern="1200" dirty="0"/>
            <a:t>or platforms.</a:t>
          </a:r>
        </a:p>
        <a:p>
          <a:pPr marL="114300" lvl="1" indent="-114300" algn="l" defTabSz="622300">
            <a:lnSpc>
              <a:spcPct val="90000"/>
            </a:lnSpc>
            <a:spcBef>
              <a:spcPct val="0"/>
            </a:spcBef>
            <a:spcAft>
              <a:spcPct val="15000"/>
            </a:spcAft>
            <a:buFont typeface="+mj-lt"/>
            <a:buAutoNum type="arabicPeriod"/>
          </a:pPr>
          <a:r>
            <a:rPr lang="en-US" sz="1400" b="1" kern="1200" dirty="0"/>
            <a:t>Full control </a:t>
          </a:r>
          <a:r>
            <a:rPr lang="en-US" sz="1400" kern="1200" dirty="0"/>
            <a:t>over customer data, loyalty programs, and user experience.</a:t>
          </a:r>
        </a:p>
        <a:p>
          <a:pPr marL="114300" lvl="1" indent="-114300" algn="l" defTabSz="622300">
            <a:lnSpc>
              <a:spcPct val="90000"/>
            </a:lnSpc>
            <a:spcBef>
              <a:spcPct val="0"/>
            </a:spcBef>
            <a:spcAft>
              <a:spcPct val="15000"/>
            </a:spcAft>
            <a:buFont typeface="+mj-lt"/>
            <a:buAutoNum type="arabicPeriod"/>
          </a:pPr>
          <a:r>
            <a:rPr lang="en-US" sz="1400" b="1" kern="1200" dirty="0"/>
            <a:t>Limited scalability</a:t>
          </a:r>
          <a:r>
            <a:rPr lang="en-US" sz="1400" kern="1200" dirty="0"/>
            <a:t> unless the brand’s ecosystem expands.</a:t>
          </a:r>
        </a:p>
        <a:p>
          <a:pPr marL="114300" lvl="1" indent="-114300" algn="l" defTabSz="622300">
            <a:lnSpc>
              <a:spcPct val="90000"/>
            </a:lnSpc>
            <a:spcBef>
              <a:spcPct val="0"/>
            </a:spcBef>
            <a:spcAft>
              <a:spcPct val="15000"/>
            </a:spcAft>
            <a:buFont typeface="+mj-lt"/>
            <a:buAutoNum type="arabicPeriod"/>
          </a:pPr>
          <a:r>
            <a:rPr lang="en-US" sz="1400" b="1" kern="1200" dirty="0"/>
            <a:t>Lower processing costs </a:t>
          </a:r>
          <a:r>
            <a:rPr lang="en-US" sz="1400" kern="1200" dirty="0"/>
            <a:t>due to fewer intermediaries.</a:t>
          </a:r>
        </a:p>
      </dsp:txBody>
      <dsp:txXfrm>
        <a:off x="0" y="2420109"/>
        <a:ext cx="10515600" cy="1764000"/>
      </dsp:txXfrm>
    </dsp:sp>
    <dsp:sp modelId="{62A888CE-3356-474A-9A8C-1069F4209AE9}">
      <dsp:nvSpPr>
        <dsp:cNvPr id="0" name=""/>
        <dsp:cNvSpPr/>
      </dsp:nvSpPr>
      <dsp:spPr>
        <a:xfrm>
          <a:off x="525780" y="2213469"/>
          <a:ext cx="7360920" cy="4132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kern="1200" dirty="0"/>
            <a:t>Closed-Loop Payment Systems (e.g., Starbucks App, Apple Pay within Apple ecosystem):</a:t>
          </a:r>
        </a:p>
      </dsp:txBody>
      <dsp:txXfrm>
        <a:off x="545955" y="2233644"/>
        <a:ext cx="7320570" cy="37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60E7A-617A-4CD3-BBBF-1B8A6DC17660}">
      <dsp:nvSpPr>
        <dsp:cNvPr id="0" name=""/>
        <dsp:cNvSpPr/>
      </dsp:nvSpPr>
      <dsp:spPr>
        <a:xfrm>
          <a:off x="2169914" y="648535"/>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3534EE-29DD-4A05-8E13-69301773E59B}">
      <dsp:nvSpPr>
        <dsp:cNvPr id="0" name=""/>
        <dsp:cNvSpPr/>
      </dsp:nvSpPr>
      <dsp:spPr>
        <a:xfrm>
          <a:off x="765914" y="228505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US" sz="2000" kern="1200"/>
            <a:t>Ownership: From Bank owned to different ownership models</a:t>
          </a:r>
        </a:p>
      </dsp:txBody>
      <dsp:txXfrm>
        <a:off x="765914" y="2285051"/>
        <a:ext cx="4320000" cy="648000"/>
      </dsp:txXfrm>
    </dsp:sp>
    <dsp:sp modelId="{EF280629-5F56-4F60-8E63-6643C65128DC}">
      <dsp:nvSpPr>
        <dsp:cNvPr id="0" name=""/>
        <dsp:cNvSpPr/>
      </dsp:nvSpPr>
      <dsp:spPr>
        <a:xfrm>
          <a:off x="765914" y="2990966"/>
          <a:ext cx="4320000" cy="553303"/>
        </a:xfrm>
        <a:prstGeom prst="rect">
          <a:avLst/>
        </a:prstGeom>
        <a:noFill/>
        <a:ln>
          <a:noFill/>
        </a:ln>
        <a:effectLst/>
      </dsp:spPr>
      <dsp:style>
        <a:lnRef idx="0">
          <a:scrgbClr r="0" g="0" b="0"/>
        </a:lnRef>
        <a:fillRef idx="0">
          <a:scrgbClr r="0" g="0" b="0"/>
        </a:fillRef>
        <a:effectRef idx="0">
          <a:scrgbClr r="0" g="0" b="0"/>
        </a:effectRef>
        <a:fontRef idx="minor"/>
      </dsp:style>
    </dsp:sp>
    <dsp:sp modelId="{A4E9236B-C6A7-48FB-A045-26E83C9241F0}">
      <dsp:nvSpPr>
        <dsp:cNvPr id="0" name=""/>
        <dsp:cNvSpPr/>
      </dsp:nvSpPr>
      <dsp:spPr>
        <a:xfrm>
          <a:off x="7245914" y="648535"/>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AA2BD5-A3B1-4DE0-9A01-3CEC82BB6A4D}">
      <dsp:nvSpPr>
        <dsp:cNvPr id="0" name=""/>
        <dsp:cNvSpPr/>
      </dsp:nvSpPr>
      <dsp:spPr>
        <a:xfrm>
          <a:off x="5841914" y="228505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US" sz="2000" kern="1200"/>
            <a:t>Regulations</a:t>
          </a:r>
        </a:p>
      </dsp:txBody>
      <dsp:txXfrm>
        <a:off x="5841914" y="2285051"/>
        <a:ext cx="4320000" cy="648000"/>
      </dsp:txXfrm>
    </dsp:sp>
    <dsp:sp modelId="{8DA8F483-B31E-4E37-8F39-333F5D9D7963}">
      <dsp:nvSpPr>
        <dsp:cNvPr id="0" name=""/>
        <dsp:cNvSpPr/>
      </dsp:nvSpPr>
      <dsp:spPr>
        <a:xfrm>
          <a:off x="5841914" y="2990966"/>
          <a:ext cx="4320000" cy="553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Private System Rules</a:t>
          </a:r>
        </a:p>
        <a:p>
          <a:pPr marL="0" lvl="0" indent="0" algn="ctr" defTabSz="666750">
            <a:lnSpc>
              <a:spcPct val="100000"/>
            </a:lnSpc>
            <a:spcBef>
              <a:spcPct val="0"/>
            </a:spcBef>
            <a:spcAft>
              <a:spcPct val="35000"/>
            </a:spcAft>
            <a:buNone/>
          </a:pPr>
          <a:r>
            <a:rPr lang="en-US" sz="1500" kern="1200"/>
            <a:t>US Law and Federal Reserve Bank Regulation</a:t>
          </a:r>
        </a:p>
      </dsp:txBody>
      <dsp:txXfrm>
        <a:off x="5841914" y="2990966"/>
        <a:ext cx="4320000" cy="5533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6CA22-AD7B-4EB2-AC27-243C926B99BB}">
      <dsp:nvSpPr>
        <dsp:cNvPr id="0" name=""/>
        <dsp:cNvSpPr/>
      </dsp:nvSpPr>
      <dsp:spPr>
        <a:xfrm>
          <a:off x="0" y="69136"/>
          <a:ext cx="6245265" cy="85994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defRPr b="1"/>
          </a:pPr>
          <a:r>
            <a:rPr lang="en-US" sz="3500" kern="1200"/>
            <a:t>Primary</a:t>
          </a:r>
        </a:p>
      </dsp:txBody>
      <dsp:txXfrm>
        <a:off x="41979" y="111115"/>
        <a:ext cx="6161307" cy="775991"/>
      </dsp:txXfrm>
    </dsp:sp>
    <dsp:sp modelId="{459F869F-885B-4086-B5BE-E57D4605E79D}">
      <dsp:nvSpPr>
        <dsp:cNvPr id="0" name=""/>
        <dsp:cNvSpPr/>
      </dsp:nvSpPr>
      <dsp:spPr>
        <a:xfrm>
          <a:off x="0" y="929086"/>
          <a:ext cx="6245265" cy="1412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87"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Credit Risk</a:t>
          </a:r>
        </a:p>
        <a:p>
          <a:pPr marL="228600" lvl="1" indent="-228600" algn="l" defTabSz="1200150">
            <a:lnSpc>
              <a:spcPct val="90000"/>
            </a:lnSpc>
            <a:spcBef>
              <a:spcPct val="0"/>
            </a:spcBef>
            <a:spcAft>
              <a:spcPct val="20000"/>
            </a:spcAft>
            <a:buChar char="•"/>
          </a:pPr>
          <a:r>
            <a:rPr lang="en-US" sz="2700" kern="1200"/>
            <a:t>Fraud Risk</a:t>
          </a:r>
        </a:p>
        <a:p>
          <a:pPr marL="228600" lvl="1" indent="-228600" algn="l" defTabSz="1200150">
            <a:lnSpc>
              <a:spcPct val="90000"/>
            </a:lnSpc>
            <a:spcBef>
              <a:spcPct val="0"/>
            </a:spcBef>
            <a:spcAft>
              <a:spcPct val="20000"/>
            </a:spcAft>
            <a:buChar char="•"/>
          </a:pPr>
          <a:r>
            <a:rPr lang="en-US" sz="2700" kern="1200"/>
            <a:t>Liquidity Risk</a:t>
          </a:r>
        </a:p>
      </dsp:txBody>
      <dsp:txXfrm>
        <a:off x="0" y="929086"/>
        <a:ext cx="6245265" cy="1412775"/>
      </dsp:txXfrm>
    </dsp:sp>
    <dsp:sp modelId="{D2499246-7D67-492D-BE8C-E9C6F755B642}">
      <dsp:nvSpPr>
        <dsp:cNvPr id="0" name=""/>
        <dsp:cNvSpPr/>
      </dsp:nvSpPr>
      <dsp:spPr>
        <a:xfrm>
          <a:off x="0" y="2341861"/>
          <a:ext cx="6245265" cy="85994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defRPr b="1"/>
          </a:pPr>
          <a:r>
            <a:rPr lang="en-US" sz="3500" kern="1200"/>
            <a:t>Secondary</a:t>
          </a:r>
        </a:p>
      </dsp:txBody>
      <dsp:txXfrm>
        <a:off x="41979" y="2383840"/>
        <a:ext cx="6161307" cy="775991"/>
      </dsp:txXfrm>
    </dsp:sp>
    <dsp:sp modelId="{3E285711-EAD3-4F65-B15B-6F08EC285811}">
      <dsp:nvSpPr>
        <dsp:cNvPr id="0" name=""/>
        <dsp:cNvSpPr/>
      </dsp:nvSpPr>
      <dsp:spPr>
        <a:xfrm>
          <a:off x="0" y="3201811"/>
          <a:ext cx="6245265" cy="231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87"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Operational Risk</a:t>
          </a:r>
        </a:p>
        <a:p>
          <a:pPr marL="228600" lvl="1" indent="-228600" algn="l" defTabSz="1200150">
            <a:lnSpc>
              <a:spcPct val="90000"/>
            </a:lnSpc>
            <a:spcBef>
              <a:spcPct val="0"/>
            </a:spcBef>
            <a:spcAft>
              <a:spcPct val="20000"/>
            </a:spcAft>
            <a:buChar char="•"/>
          </a:pPr>
          <a:r>
            <a:rPr lang="en-US" sz="2700" kern="1200"/>
            <a:t>Data Security Risk</a:t>
          </a:r>
        </a:p>
        <a:p>
          <a:pPr marL="228600" lvl="1" indent="-228600" algn="l" defTabSz="1200150">
            <a:lnSpc>
              <a:spcPct val="90000"/>
            </a:lnSpc>
            <a:spcBef>
              <a:spcPct val="0"/>
            </a:spcBef>
            <a:spcAft>
              <a:spcPct val="20000"/>
            </a:spcAft>
            <a:buChar char="•"/>
          </a:pPr>
          <a:r>
            <a:rPr lang="en-US" sz="2700" kern="1200"/>
            <a:t>Reputation Risk</a:t>
          </a:r>
        </a:p>
        <a:p>
          <a:pPr marL="228600" lvl="1" indent="-228600" algn="l" defTabSz="1200150">
            <a:lnSpc>
              <a:spcPct val="90000"/>
            </a:lnSpc>
            <a:spcBef>
              <a:spcPct val="0"/>
            </a:spcBef>
            <a:spcAft>
              <a:spcPct val="20000"/>
            </a:spcAft>
            <a:buChar char="•"/>
          </a:pPr>
          <a:r>
            <a:rPr lang="en-US" sz="2700" kern="1200"/>
            <a:t>Regulatory Risk</a:t>
          </a:r>
        </a:p>
        <a:p>
          <a:pPr marL="228600" lvl="1" indent="-228600" algn="l" defTabSz="1200150">
            <a:lnSpc>
              <a:spcPct val="90000"/>
            </a:lnSpc>
            <a:spcBef>
              <a:spcPct val="0"/>
            </a:spcBef>
            <a:spcAft>
              <a:spcPct val="20000"/>
            </a:spcAft>
            <a:buChar char="•"/>
          </a:pPr>
          <a:r>
            <a:rPr lang="en-US" sz="2700" kern="1200"/>
            <a:t>Forex Risk</a:t>
          </a:r>
        </a:p>
      </dsp:txBody>
      <dsp:txXfrm>
        <a:off x="0" y="3201811"/>
        <a:ext cx="6245265" cy="23184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E46D6-323E-44AF-A438-5C110AAA235E}">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76722-272E-47FC-9F94-1E6A78CD31B3}">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57219D-89B5-40CC-B0C8-76ECFC835E9D}">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dirty="0"/>
            <a:t>Origins</a:t>
          </a:r>
          <a:r>
            <a:rPr lang="en-US" sz="1400" kern="1200" dirty="0"/>
            <a:t> in the 9</a:t>
          </a:r>
          <a:r>
            <a:rPr lang="en-US" sz="1400" kern="1200" baseline="30000" dirty="0"/>
            <a:t>th</a:t>
          </a:r>
          <a:r>
            <a:rPr lang="en-US" sz="1400" kern="1200" dirty="0"/>
            <a:t> century Arabia, written promise to pay for goods upon delivery</a:t>
          </a:r>
        </a:p>
      </dsp:txBody>
      <dsp:txXfrm>
        <a:off x="1948202" y="368029"/>
        <a:ext cx="3233964" cy="1371985"/>
      </dsp:txXfrm>
    </dsp:sp>
    <dsp:sp modelId="{7E96797E-709F-4D06-8AB4-70D49677A394}">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52B5F6-1202-4CD2-A2AF-7F79FCA8C5C2}">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E05433-31F5-4F27-8907-3375240E8640}">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The "</a:t>
          </a:r>
          <a:r>
            <a:rPr lang="en-US" sz="1400" b="1" kern="1200"/>
            <a:t>Exchequer</a:t>
          </a:r>
          <a:r>
            <a:rPr lang="en-US" sz="1400" kern="1200"/>
            <a:t>": In medieval England, the royal treasury was called the Exchequer. It was named after a checked (chequered) cloth used as a counting board to calculate taxes, resembling a large chessboard.</a:t>
          </a:r>
        </a:p>
      </dsp:txBody>
      <dsp:txXfrm>
        <a:off x="7411643" y="368029"/>
        <a:ext cx="3233964" cy="1371985"/>
      </dsp:txXfrm>
    </dsp:sp>
    <dsp:sp modelId="{FE437597-EDE3-459D-A895-E8A608CB6F62}">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765EF5-D110-48D8-AFE2-D4D836CACA21}">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5E6E55-3AB6-49C3-9B0E-B5C808DB3C07}">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The First Forms: The Bank of England pioneered pre-printed "</a:t>
          </a:r>
          <a:r>
            <a:rPr lang="en-US" sz="1400" b="1" kern="1200"/>
            <a:t>check paper</a:t>
          </a:r>
          <a:r>
            <a:rPr lang="en-US" sz="1400" kern="1200"/>
            <a:t>" in 1717 to prevent fraud.</a:t>
          </a:r>
        </a:p>
      </dsp:txBody>
      <dsp:txXfrm>
        <a:off x="1948202" y="2452790"/>
        <a:ext cx="3233964" cy="1371985"/>
      </dsp:txXfrm>
    </dsp:sp>
    <dsp:sp modelId="{1270F3D0-A34C-403A-9C91-6690F9FEC7E5}">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28457F-123A-44CF-A64F-B73EA44EF55D}">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BADA05-B74B-4E73-BB37-AAAF0CB1E14A}">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Spelling Split: In the 1800s, British English adopted the French-influenced spelling "</a:t>
          </a:r>
          <a:r>
            <a:rPr lang="en-US" sz="1400" b="1" kern="1200"/>
            <a:t>cheque</a:t>
          </a:r>
          <a:r>
            <a:rPr lang="en-US" sz="1400" kern="1200"/>
            <a:t>" to distinguish the financial instrument from other types of "checks," while American English kept the original "</a:t>
          </a:r>
          <a:r>
            <a:rPr lang="en-US" sz="1400" b="1" kern="1200"/>
            <a:t>check</a:t>
          </a:r>
          <a:r>
            <a:rPr lang="en-US" sz="1400" kern="1200"/>
            <a:t>" for both.</a:t>
          </a:r>
        </a:p>
      </dsp:txBody>
      <dsp:txXfrm>
        <a:off x="7411643" y="2452790"/>
        <a:ext cx="3233964" cy="13719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F81416-55AC-44C3-ABFC-9B040F443977}">
      <dsp:nvSpPr>
        <dsp:cNvPr id="0" name=""/>
        <dsp:cNvSpPr/>
      </dsp:nvSpPr>
      <dsp:spPr>
        <a:xfrm>
          <a:off x="4600575" y="231"/>
          <a:ext cx="1314449" cy="1314449"/>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Payee</a:t>
          </a:r>
        </a:p>
      </dsp:txBody>
      <dsp:txXfrm>
        <a:off x="4793072" y="192728"/>
        <a:ext cx="929455" cy="929455"/>
      </dsp:txXfrm>
    </dsp:sp>
    <dsp:sp modelId="{91D40832-CB45-4CDE-B7B1-FC9FC91310C5}">
      <dsp:nvSpPr>
        <dsp:cNvPr id="0" name=""/>
        <dsp:cNvSpPr/>
      </dsp:nvSpPr>
      <dsp:spPr>
        <a:xfrm rot="2160000">
          <a:off x="5873411" y="1009740"/>
          <a:ext cx="349131" cy="44362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5883413" y="1067683"/>
        <a:ext cx="244392" cy="266176"/>
      </dsp:txXfrm>
    </dsp:sp>
    <dsp:sp modelId="{CC7A6FE9-1EA1-4F58-81BA-759874EAC8A1}">
      <dsp:nvSpPr>
        <dsp:cNvPr id="0" name=""/>
        <dsp:cNvSpPr/>
      </dsp:nvSpPr>
      <dsp:spPr>
        <a:xfrm>
          <a:off x="6196918" y="1160042"/>
          <a:ext cx="1314449" cy="1314449"/>
        </a:xfrm>
        <a:prstGeom prst="ellipse">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Bank of First Deposit</a:t>
          </a:r>
        </a:p>
      </dsp:txBody>
      <dsp:txXfrm>
        <a:off x="6389415" y="1352539"/>
        <a:ext cx="929455" cy="929455"/>
      </dsp:txXfrm>
    </dsp:sp>
    <dsp:sp modelId="{CE34DB22-07C6-4ABF-B7BC-2280D3E68C12}">
      <dsp:nvSpPr>
        <dsp:cNvPr id="0" name=""/>
        <dsp:cNvSpPr/>
      </dsp:nvSpPr>
      <dsp:spPr>
        <a:xfrm rot="6480000">
          <a:off x="6377756" y="2524363"/>
          <a:ext cx="349131" cy="443626"/>
        </a:xfrm>
        <a:prstGeom prst="rightArrow">
          <a:avLst>
            <a:gd name="adj1" fmla="val 60000"/>
            <a:gd name="adj2" fmla="val 50000"/>
          </a:avLst>
        </a:prstGeom>
        <a:solidFill>
          <a:schemeClr val="accent2">
            <a:hueOff val="1610903"/>
            <a:satOff val="-4623"/>
            <a:lumOff val="-740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6446309" y="2563282"/>
        <a:ext cx="244392" cy="266176"/>
      </dsp:txXfrm>
    </dsp:sp>
    <dsp:sp modelId="{41353917-9306-4CDB-A880-ECE498EDE308}">
      <dsp:nvSpPr>
        <dsp:cNvPr id="0" name=""/>
        <dsp:cNvSpPr/>
      </dsp:nvSpPr>
      <dsp:spPr>
        <a:xfrm>
          <a:off x="5587169" y="3036656"/>
          <a:ext cx="1314449" cy="1314449"/>
        </a:xfrm>
        <a:prstGeom prst="ellipse">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Clearing House</a:t>
          </a:r>
        </a:p>
      </dsp:txBody>
      <dsp:txXfrm>
        <a:off x="5779666" y="3229153"/>
        <a:ext cx="929455" cy="929455"/>
      </dsp:txXfrm>
    </dsp:sp>
    <dsp:sp modelId="{CF70FE3D-0A21-4A0E-8AF6-8DC56B5790A2}">
      <dsp:nvSpPr>
        <dsp:cNvPr id="0" name=""/>
        <dsp:cNvSpPr/>
      </dsp:nvSpPr>
      <dsp:spPr>
        <a:xfrm rot="10800000">
          <a:off x="5093115" y="3472068"/>
          <a:ext cx="349131" cy="443626"/>
        </a:xfrm>
        <a:prstGeom prst="rightArrow">
          <a:avLst>
            <a:gd name="adj1" fmla="val 60000"/>
            <a:gd name="adj2" fmla="val 50000"/>
          </a:avLst>
        </a:prstGeom>
        <a:solidFill>
          <a:schemeClr val="accent2">
            <a:hueOff val="3221807"/>
            <a:satOff val="-9246"/>
            <a:lumOff val="-1480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5197854" y="3560793"/>
        <a:ext cx="244392" cy="266176"/>
      </dsp:txXfrm>
    </dsp:sp>
    <dsp:sp modelId="{89097E7F-E42C-432A-975F-0F3A7CF1C249}">
      <dsp:nvSpPr>
        <dsp:cNvPr id="0" name=""/>
        <dsp:cNvSpPr/>
      </dsp:nvSpPr>
      <dsp:spPr>
        <a:xfrm>
          <a:off x="3613980" y="3036656"/>
          <a:ext cx="1314449" cy="1314449"/>
        </a:xfrm>
        <a:prstGeom prst="ellipse">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Check Writer’s Bank</a:t>
          </a:r>
        </a:p>
      </dsp:txBody>
      <dsp:txXfrm>
        <a:off x="3806477" y="3229153"/>
        <a:ext cx="929455" cy="929455"/>
      </dsp:txXfrm>
    </dsp:sp>
    <dsp:sp modelId="{648A2194-98FF-4AFE-BF66-28F11A96D889}">
      <dsp:nvSpPr>
        <dsp:cNvPr id="0" name=""/>
        <dsp:cNvSpPr/>
      </dsp:nvSpPr>
      <dsp:spPr>
        <a:xfrm rot="15120000">
          <a:off x="3794818" y="2543158"/>
          <a:ext cx="349131" cy="443626"/>
        </a:xfrm>
        <a:prstGeom prst="rightArrow">
          <a:avLst>
            <a:gd name="adj1" fmla="val 60000"/>
            <a:gd name="adj2" fmla="val 50000"/>
          </a:avLst>
        </a:prstGeom>
        <a:solidFill>
          <a:schemeClr val="accent2">
            <a:hueOff val="4832710"/>
            <a:satOff val="-13870"/>
            <a:lumOff val="-2220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3863371" y="2681689"/>
        <a:ext cx="244392" cy="266176"/>
      </dsp:txXfrm>
    </dsp:sp>
    <dsp:sp modelId="{2C932AC0-F173-42FA-B11D-A0A5FD804612}">
      <dsp:nvSpPr>
        <dsp:cNvPr id="0" name=""/>
        <dsp:cNvSpPr/>
      </dsp:nvSpPr>
      <dsp:spPr>
        <a:xfrm>
          <a:off x="3004231" y="1160042"/>
          <a:ext cx="1314449" cy="1314449"/>
        </a:xfrm>
        <a:prstGeom prst="ellipse">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Check Writer</a:t>
          </a:r>
        </a:p>
      </dsp:txBody>
      <dsp:txXfrm>
        <a:off x="3196728" y="1352539"/>
        <a:ext cx="929455" cy="929455"/>
      </dsp:txXfrm>
    </dsp:sp>
    <dsp:sp modelId="{8E492DB0-5E6E-48C4-9FE8-A155B7DD68C1}">
      <dsp:nvSpPr>
        <dsp:cNvPr id="0" name=""/>
        <dsp:cNvSpPr/>
      </dsp:nvSpPr>
      <dsp:spPr>
        <a:xfrm rot="19440000">
          <a:off x="4277068" y="1021356"/>
          <a:ext cx="349131" cy="443626"/>
        </a:xfrm>
        <a:prstGeom prst="rightArrow">
          <a:avLst>
            <a:gd name="adj1" fmla="val 60000"/>
            <a:gd name="adj2" fmla="val 50000"/>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4287070" y="1140863"/>
        <a:ext cx="244392" cy="26617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941DA9-A542-49B7-9913-425738C54A85}">
      <dsp:nvSpPr>
        <dsp:cNvPr id="0" name=""/>
        <dsp:cNvSpPr/>
      </dsp:nvSpPr>
      <dsp:spPr>
        <a:xfrm>
          <a:off x="51" y="30095"/>
          <a:ext cx="4913783" cy="601866"/>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kumimoji="0" lang="en-US" altLang="en-US" sz="1600" b="1" i="0" u="none" strike="noStrike" kern="1200" cap="none" normalizeH="0" baseline="0">
              <a:effectLst/>
              <a:latin typeface="+mn-lt"/>
            </a:rPr>
            <a:t>Phase 1: Clearing Houses (1853–1950s)</a:t>
          </a:r>
          <a:endParaRPr lang="en-US" sz="1600" kern="1200"/>
        </a:p>
      </dsp:txBody>
      <dsp:txXfrm>
        <a:off x="51" y="30095"/>
        <a:ext cx="4913783" cy="601866"/>
      </dsp:txXfrm>
    </dsp:sp>
    <dsp:sp modelId="{113F34CF-757F-4170-B9FF-A0CB35724BBF}">
      <dsp:nvSpPr>
        <dsp:cNvPr id="0" name=""/>
        <dsp:cNvSpPr/>
      </dsp:nvSpPr>
      <dsp:spPr>
        <a:xfrm>
          <a:off x="51" y="631962"/>
          <a:ext cx="4913783" cy="3689280"/>
        </a:xfrm>
        <a:prstGeom prst="rect">
          <a:avLst/>
        </a:prstGeom>
        <a:solidFill>
          <a:schemeClr val="accent6">
            <a:alpha val="90000"/>
            <a:tint val="40000"/>
            <a:hueOff val="0"/>
            <a:satOff val="0"/>
            <a:lumOff val="0"/>
            <a:alphaOff val="0"/>
          </a:schemeClr>
        </a:solidFill>
        <a:ln w="1905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kumimoji="0" lang="en-US" altLang="en-US" sz="1600" b="0" i="0" u="none" strike="noStrike" kern="1200" cap="none" normalizeH="0" baseline="0" dirty="0">
              <a:effectLst/>
              <a:latin typeface="+mn-lt"/>
            </a:rPr>
            <a:t>Porters walked from bank to bank, carrying bags of gold (specie) to settle balances. </a:t>
          </a:r>
          <a:endParaRPr lang="en-US" sz="1600" kern="1200" dirty="0"/>
        </a:p>
        <a:p>
          <a:pPr marL="342900" lvl="2" indent="-171450" algn="l" defTabSz="711200">
            <a:lnSpc>
              <a:spcPct val="90000"/>
            </a:lnSpc>
            <a:spcBef>
              <a:spcPct val="0"/>
            </a:spcBef>
            <a:spcAft>
              <a:spcPct val="15000"/>
            </a:spcAft>
            <a:buFont typeface="+mj-lt"/>
            <a:buAutoNum type="arabicPeriod"/>
          </a:pPr>
          <a:r>
            <a:rPr kumimoji="0" lang="en-US" altLang="en-US" sz="1600" b="1" i="0" u="none" strike="noStrike" kern="1200" cap="none" normalizeH="0" baseline="0">
              <a:effectLst/>
              <a:latin typeface="+mn-lt"/>
            </a:rPr>
            <a:t>The Problem</a:t>
          </a:r>
          <a:r>
            <a:rPr kumimoji="0" lang="en-US" altLang="en-US" sz="1600" b="0" i="0" u="none" strike="noStrike" kern="1200" cap="none" normalizeH="0" baseline="0">
              <a:effectLst/>
              <a:latin typeface="+mn-lt"/>
            </a:rPr>
            <a:t>: Increase in number of banks, porters had to gather on street corners for informal "</a:t>
          </a:r>
          <a:r>
            <a:rPr kumimoji="0" lang="en-US" altLang="en-US" sz="1600" b="1" i="0" u="none" strike="noStrike" kern="1200" cap="none" normalizeH="0" baseline="0">
              <a:effectLst/>
              <a:latin typeface="+mn-lt"/>
            </a:rPr>
            <a:t>Porters' Exchanges</a:t>
          </a:r>
          <a:r>
            <a:rPr kumimoji="0" lang="en-US" altLang="en-US" sz="1600" b="0" i="0" u="none" strike="noStrike" kern="1200" cap="none" normalizeH="0" baseline="0">
              <a:effectLst/>
              <a:latin typeface="+mn-lt"/>
            </a:rPr>
            <a:t>," leading to frequent record-keeping errors and security risks.</a:t>
          </a:r>
        </a:p>
        <a:p>
          <a:pPr marL="342900" lvl="2" indent="-171450" algn="l" defTabSz="711200">
            <a:lnSpc>
              <a:spcPct val="90000"/>
            </a:lnSpc>
            <a:spcBef>
              <a:spcPct val="0"/>
            </a:spcBef>
            <a:spcAft>
              <a:spcPct val="15000"/>
            </a:spcAft>
            <a:buFont typeface="+mj-lt"/>
            <a:buAutoNum type="arabicPeriod"/>
          </a:pPr>
          <a:r>
            <a:rPr kumimoji="0" lang="en-US" altLang="en-US" sz="1600" b="1" i="0" u="none" strike="noStrike" kern="1200" cap="none" normalizeH="0" baseline="0">
              <a:effectLst/>
              <a:latin typeface="+mn-lt"/>
            </a:rPr>
            <a:t>The Innovation</a:t>
          </a:r>
          <a:r>
            <a:rPr kumimoji="0" lang="en-US" altLang="en-US" sz="1600" b="0" i="0" u="none" strike="noStrike" kern="1200" cap="none" normalizeH="0" baseline="0">
              <a:effectLst/>
              <a:latin typeface="+mn-lt"/>
            </a:rPr>
            <a:t>: In </a:t>
          </a:r>
          <a:r>
            <a:rPr kumimoji="0" lang="en-US" altLang="en-US" sz="1600" b="1" i="0" u="none" strike="noStrike" kern="1200" cap="none" normalizeH="0" baseline="0">
              <a:effectLst/>
              <a:latin typeface="+mn-lt"/>
            </a:rPr>
            <a:t>1853</a:t>
          </a:r>
          <a:r>
            <a:rPr kumimoji="0" lang="en-US" altLang="en-US" sz="1600" b="0" i="0" u="none" strike="noStrike" kern="1200" cap="none" normalizeH="0" baseline="0">
              <a:effectLst/>
              <a:latin typeface="+mn-lt"/>
            </a:rPr>
            <a:t>, the </a:t>
          </a:r>
          <a:r>
            <a:rPr kumimoji="0" lang="en-US" altLang="en-US" sz="1600" b="1" i="0" u="none" strike="noStrike" kern="1200" cap="none" normalizeH="0" baseline="0">
              <a:effectLst/>
              <a:latin typeface="+mn-lt"/>
            </a:rPr>
            <a:t>New York Clearing House </a:t>
          </a:r>
          <a:r>
            <a:rPr kumimoji="0" lang="en-US" altLang="en-US" sz="1600" b="0" i="0" u="none" strike="noStrike" kern="1200" cap="none" normalizeH="0" baseline="0">
              <a:effectLst/>
              <a:latin typeface="+mn-lt"/>
            </a:rPr>
            <a:t> was established as a central office where banks could meet to exchange checks and settle net balances.</a:t>
          </a:r>
        </a:p>
        <a:p>
          <a:pPr marL="342900" lvl="2" indent="-171450" algn="l" defTabSz="711200">
            <a:lnSpc>
              <a:spcPct val="90000"/>
            </a:lnSpc>
            <a:spcBef>
              <a:spcPct val="0"/>
            </a:spcBef>
            <a:spcAft>
              <a:spcPct val="15000"/>
            </a:spcAft>
            <a:buFont typeface="+mj-lt"/>
            <a:buAutoNum type="arabicPeriod"/>
          </a:pPr>
          <a:r>
            <a:rPr kumimoji="0" lang="en-US" altLang="en-US" sz="1600" b="1" i="0" u="none" strike="noStrike" kern="1200" cap="none" normalizeH="0" baseline="0">
              <a:effectLst/>
              <a:latin typeface="+mn-lt"/>
            </a:rPr>
            <a:t>Refinement</a:t>
          </a:r>
          <a:r>
            <a:rPr kumimoji="0" lang="en-US" altLang="en-US" sz="1600" b="0" i="0" u="none" strike="noStrike" kern="1200" cap="none" normalizeH="0" baseline="0">
              <a:effectLst/>
              <a:latin typeface="+mn-lt"/>
            </a:rPr>
            <a:t>: Banks began using "Clearing House Certificates" (quasi-currency) to settle accounts instead of moving physical gold, significantly reducing liquidity risks and the danger of bank runs. </a:t>
          </a:r>
        </a:p>
      </dsp:txBody>
      <dsp:txXfrm>
        <a:off x="51" y="631962"/>
        <a:ext cx="4913783" cy="3689280"/>
      </dsp:txXfrm>
    </dsp:sp>
    <dsp:sp modelId="{0D1A1A7B-3B12-4FDC-8832-3CF0FF895BF8}">
      <dsp:nvSpPr>
        <dsp:cNvPr id="0" name=""/>
        <dsp:cNvSpPr/>
      </dsp:nvSpPr>
      <dsp:spPr>
        <a:xfrm>
          <a:off x="5601764" y="30095"/>
          <a:ext cx="4913783" cy="601866"/>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kumimoji="0" lang="en-US" altLang="en-US" sz="1600" b="1" i="0" u="none" strike="noStrike" kern="1200" cap="none" normalizeH="0" baseline="0" dirty="0">
              <a:ln>
                <a:noFill/>
              </a:ln>
              <a:solidFill>
                <a:schemeClr val="tx1"/>
              </a:solidFill>
              <a:effectLst/>
              <a:latin typeface="+mn-lt"/>
            </a:rPr>
            <a:t>Phase 2: Automation – MICR and Sorters (1950s–2003) </a:t>
          </a:r>
          <a:endParaRPr lang="en-US" sz="1600" kern="1200" dirty="0">
            <a:solidFill>
              <a:schemeClr val="tx1"/>
            </a:solidFill>
          </a:endParaRPr>
        </a:p>
      </dsp:txBody>
      <dsp:txXfrm>
        <a:off x="5601764" y="30095"/>
        <a:ext cx="4913783" cy="601866"/>
      </dsp:txXfrm>
    </dsp:sp>
    <dsp:sp modelId="{24DC7467-4BF2-4BA2-B4AC-2D91ECA6E327}">
      <dsp:nvSpPr>
        <dsp:cNvPr id="0" name=""/>
        <dsp:cNvSpPr/>
      </dsp:nvSpPr>
      <dsp:spPr>
        <a:xfrm>
          <a:off x="5601764" y="631962"/>
          <a:ext cx="4913783" cy="3689280"/>
        </a:xfrm>
        <a:prstGeom prst="rect">
          <a:avLst/>
        </a:prstGeom>
        <a:solidFill>
          <a:schemeClr val="accent6">
            <a:alpha val="90000"/>
            <a:tint val="40000"/>
            <a:hueOff val="0"/>
            <a:satOff val="0"/>
            <a:lumOff val="0"/>
            <a:alphaOff val="0"/>
          </a:schemeClr>
        </a:solidFill>
        <a:ln w="1905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kumimoji="0" lang="en-US" altLang="en-US" sz="1600" b="0" i="0" u="none" strike="noStrike" kern="1200" cap="none" normalizeH="0" baseline="0" dirty="0">
              <a:ln>
                <a:noFill/>
              </a:ln>
              <a:solidFill>
                <a:srgbClr val="0A0A0A"/>
              </a:solidFill>
              <a:effectLst/>
              <a:latin typeface="+mn-lt"/>
            </a:rPr>
            <a:t>As check volumes exploded post-WWII, manual sorting became a bottleneck. </a:t>
          </a:r>
          <a:endParaRPr lang="en-US" sz="1600" kern="1200" dirty="0"/>
        </a:p>
        <a:p>
          <a:pPr marL="342900" lvl="2" indent="-171450" algn="l" defTabSz="711200">
            <a:lnSpc>
              <a:spcPct val="90000"/>
            </a:lnSpc>
            <a:spcBef>
              <a:spcPct val="0"/>
            </a:spcBef>
            <a:spcAft>
              <a:spcPct val="15000"/>
            </a:spcAft>
            <a:buFont typeface="+mj-lt"/>
            <a:buAutoNum type="arabicPeriod"/>
          </a:pPr>
          <a:r>
            <a:rPr kumimoji="0" lang="en-US" altLang="en-US" sz="1600" b="1" i="0" u="none" strike="noStrike" kern="1200" cap="none" normalizeH="0" baseline="0">
              <a:ln>
                <a:noFill/>
              </a:ln>
              <a:solidFill>
                <a:srgbClr val="0A0A0A"/>
              </a:solidFill>
              <a:effectLst/>
              <a:latin typeface="+mn-lt"/>
            </a:rPr>
            <a:t>MICR Technology</a:t>
          </a:r>
          <a:r>
            <a:rPr kumimoji="0" lang="en-US" altLang="en-US" sz="1600" b="0" i="0" u="none" strike="noStrike" kern="1200" cap="none" normalizeH="0" baseline="0">
              <a:ln>
                <a:noFill/>
              </a:ln>
              <a:solidFill>
                <a:srgbClr val="0A0A0A"/>
              </a:solidFill>
              <a:effectLst/>
              <a:latin typeface="+mn-lt"/>
            </a:rPr>
            <a:t>: This string of numbers at the bottom of a check uses magnetic ink containing iron oxide, which machines can read even if obscured by stamps or signatures.</a:t>
          </a:r>
          <a:endParaRPr kumimoji="0" lang="en-US" altLang="en-US" sz="1600" b="0" i="0" u="none" strike="noStrike" kern="1200" cap="none" normalizeH="0" baseline="0" dirty="0">
            <a:ln>
              <a:noFill/>
            </a:ln>
            <a:solidFill>
              <a:srgbClr val="0A0A0A"/>
            </a:solidFill>
            <a:effectLst/>
            <a:latin typeface="+mn-lt"/>
          </a:endParaRPr>
        </a:p>
        <a:p>
          <a:pPr marL="342900" lvl="2" indent="-171450" algn="l" defTabSz="711200">
            <a:lnSpc>
              <a:spcPct val="90000"/>
            </a:lnSpc>
            <a:spcBef>
              <a:spcPct val="0"/>
            </a:spcBef>
            <a:spcAft>
              <a:spcPct val="15000"/>
            </a:spcAft>
            <a:buFont typeface="+mj-lt"/>
            <a:buAutoNum type="arabicPeriod"/>
          </a:pPr>
          <a:r>
            <a:rPr kumimoji="0" lang="en-US" altLang="en-US" sz="1600" b="1" i="0" u="none" strike="noStrike" kern="1200" cap="none" normalizeH="0" baseline="0">
              <a:ln>
                <a:noFill/>
              </a:ln>
              <a:solidFill>
                <a:srgbClr val="0A0A0A"/>
              </a:solidFill>
              <a:effectLst/>
              <a:latin typeface="+mn-lt"/>
            </a:rPr>
            <a:t>Reader-Sorters</a:t>
          </a:r>
          <a:r>
            <a:rPr kumimoji="0" lang="en-US" altLang="en-US" sz="1600" b="0" i="0" u="none" strike="noStrike" kern="1200" cap="none" normalizeH="0" baseline="0">
              <a:ln>
                <a:noFill/>
              </a:ln>
              <a:solidFill>
                <a:srgbClr val="0A0A0A"/>
              </a:solidFill>
              <a:effectLst/>
              <a:latin typeface="+mn-lt"/>
            </a:rPr>
            <a:t>: Specialized machines called reader-sorters were introduced to automate the process. These machines could "read" the MICR data (routing, account, and check numbers) and physically sort thousands of checks per hour into different bank "pockets" for distribution.</a:t>
          </a:r>
          <a:endParaRPr kumimoji="0" lang="en-US" altLang="en-US" sz="1600" b="0" i="0" u="none" strike="noStrike" kern="1200" cap="none" normalizeH="0" baseline="0" dirty="0">
            <a:ln>
              <a:noFill/>
            </a:ln>
            <a:solidFill>
              <a:srgbClr val="0A0A0A"/>
            </a:solidFill>
            <a:effectLst/>
            <a:latin typeface="+mn-lt"/>
          </a:endParaRPr>
        </a:p>
        <a:p>
          <a:pPr marL="342900" lvl="2" indent="-171450" algn="l" defTabSz="711200">
            <a:lnSpc>
              <a:spcPct val="90000"/>
            </a:lnSpc>
            <a:spcBef>
              <a:spcPct val="0"/>
            </a:spcBef>
            <a:spcAft>
              <a:spcPct val="15000"/>
            </a:spcAft>
            <a:buFont typeface="+mj-lt"/>
            <a:buAutoNum type="arabicPeriod"/>
          </a:pPr>
          <a:r>
            <a:rPr kumimoji="0" lang="en-US" altLang="en-US" sz="1600" b="1" i="0" u="none" strike="noStrike" kern="1200" cap="none" normalizeH="0" baseline="0" dirty="0">
              <a:ln>
                <a:noFill/>
              </a:ln>
              <a:solidFill>
                <a:srgbClr val="0A0A0A"/>
              </a:solidFill>
              <a:effectLst/>
              <a:latin typeface="+mn-lt"/>
            </a:rPr>
            <a:t>Impact</a:t>
          </a:r>
          <a:r>
            <a:rPr kumimoji="0" lang="en-US" altLang="en-US" sz="1600" b="0" i="0" u="none" strike="noStrike" kern="1200" cap="none" normalizeH="0" baseline="0" dirty="0">
              <a:ln>
                <a:noFill/>
              </a:ln>
              <a:solidFill>
                <a:srgbClr val="0A0A0A"/>
              </a:solidFill>
              <a:effectLst/>
              <a:latin typeface="+mn-lt"/>
            </a:rPr>
            <a:t>: Prior to this, clearing could take several days; with MICR, it became possible to process and clear checks within 24 hours. </a:t>
          </a:r>
        </a:p>
      </dsp:txBody>
      <dsp:txXfrm>
        <a:off x="5601764" y="631962"/>
        <a:ext cx="4913783" cy="36892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941DA9-A542-49B7-9913-425738C54A85}">
      <dsp:nvSpPr>
        <dsp:cNvPr id="0" name=""/>
        <dsp:cNvSpPr/>
      </dsp:nvSpPr>
      <dsp:spPr>
        <a:xfrm>
          <a:off x="0" y="24489"/>
          <a:ext cx="10515600" cy="547200"/>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kumimoji="0" lang="en-US" altLang="en-US" sz="1900" b="1" i="0" u="none" strike="noStrike" kern="1200" cap="none" normalizeH="0" baseline="0" dirty="0">
              <a:ln>
                <a:noFill/>
              </a:ln>
              <a:solidFill>
                <a:schemeClr val="tx1"/>
              </a:solidFill>
              <a:effectLst/>
              <a:latin typeface="+mn-lt"/>
            </a:rPr>
            <a:t>Phase 3: Imaging (2004–Present)</a:t>
          </a:r>
          <a:endParaRPr lang="en-US" sz="1900" kern="1200" dirty="0">
            <a:solidFill>
              <a:schemeClr val="tx1"/>
            </a:solidFill>
          </a:endParaRPr>
        </a:p>
      </dsp:txBody>
      <dsp:txXfrm>
        <a:off x="0" y="24489"/>
        <a:ext cx="10515600" cy="547200"/>
      </dsp:txXfrm>
    </dsp:sp>
    <dsp:sp modelId="{113F34CF-757F-4170-B9FF-A0CB35724BBF}">
      <dsp:nvSpPr>
        <dsp:cNvPr id="0" name=""/>
        <dsp:cNvSpPr/>
      </dsp:nvSpPr>
      <dsp:spPr>
        <a:xfrm>
          <a:off x="0" y="571689"/>
          <a:ext cx="10515600" cy="3755159"/>
        </a:xfrm>
        <a:prstGeom prst="rect">
          <a:avLst/>
        </a:prstGeom>
        <a:solidFill>
          <a:schemeClr val="accent6">
            <a:alpha val="90000"/>
            <a:tint val="40000"/>
            <a:hueOff val="0"/>
            <a:satOff val="0"/>
            <a:lumOff val="0"/>
            <a:alphaOff val="0"/>
          </a:schemeClr>
        </a:solidFill>
        <a:ln w="1905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panose="020B0604020202020204" pitchFamily="34" charset="0"/>
            <a:buNone/>
          </a:pPr>
          <a:r>
            <a:rPr kumimoji="0" lang="en-US" altLang="en-US" sz="1900" b="0" i="0" u="none" strike="noStrike" kern="1200" cap="none" normalizeH="0" baseline="0" dirty="0">
              <a:ln>
                <a:noFill/>
              </a:ln>
              <a:solidFill>
                <a:schemeClr val="bg1"/>
              </a:solidFill>
              <a:effectLst/>
              <a:latin typeface="+mn-lt"/>
            </a:rPr>
            <a:t>The final major shift moved the system from physical transport to digital transmission.</a:t>
          </a:r>
          <a:endParaRPr lang="en-US" sz="1900" kern="1200" dirty="0">
            <a:solidFill>
              <a:schemeClr val="bg1"/>
            </a:solidFill>
          </a:endParaRPr>
        </a:p>
        <a:p>
          <a:pPr marL="342900" lvl="2" indent="-171450" algn="l" defTabSz="844550">
            <a:lnSpc>
              <a:spcPct val="90000"/>
            </a:lnSpc>
            <a:spcBef>
              <a:spcPct val="0"/>
            </a:spcBef>
            <a:spcAft>
              <a:spcPct val="15000"/>
            </a:spcAft>
            <a:buFont typeface="Arial" panose="020B0604020202020204" pitchFamily="34" charset="0"/>
            <a:buChar char="•"/>
          </a:pPr>
          <a:r>
            <a:rPr kumimoji="0" lang="en-US" altLang="en-US" sz="1900" b="1" i="0" u="none" strike="noStrike" kern="1200" cap="none" normalizeH="0" baseline="0">
              <a:ln>
                <a:noFill/>
              </a:ln>
              <a:solidFill>
                <a:schemeClr val="bg1"/>
              </a:solidFill>
              <a:effectLst/>
              <a:latin typeface="+mn-lt"/>
            </a:rPr>
            <a:t>The Catalyst</a:t>
          </a:r>
          <a:r>
            <a:rPr kumimoji="0" lang="en-US" altLang="en-US" sz="1900" b="0" i="0" u="none" strike="noStrike" kern="1200" cap="none" normalizeH="0" baseline="0">
              <a:ln>
                <a:noFill/>
              </a:ln>
              <a:solidFill>
                <a:schemeClr val="bg1"/>
              </a:solidFill>
              <a:effectLst/>
              <a:latin typeface="+mn-lt"/>
            </a:rPr>
            <a:t>: The </a:t>
          </a:r>
          <a:r>
            <a:rPr kumimoji="0" lang="en-US" altLang="en-US" sz="1900" b="1" i="0" u="none" strike="noStrike" kern="1200" cap="none" normalizeH="0" baseline="0">
              <a:ln>
                <a:noFill/>
              </a:ln>
              <a:solidFill>
                <a:schemeClr val="bg1"/>
              </a:solidFill>
              <a:effectLst/>
              <a:latin typeface="+mn-lt"/>
            </a:rPr>
            <a:t>9/11 attacks</a:t>
          </a:r>
          <a:r>
            <a:rPr kumimoji="0" lang="en-US" altLang="en-US" sz="1900" b="0" i="0" u="none" strike="noStrike" kern="1200" cap="none" normalizeH="0" baseline="0">
              <a:ln>
                <a:noFill/>
              </a:ln>
              <a:solidFill>
                <a:schemeClr val="bg1"/>
              </a:solidFill>
              <a:effectLst/>
              <a:latin typeface="+mn-lt"/>
            </a:rPr>
            <a:t> grounded planes across the US, halting the physical transport of checks and nearly freezing the financial system.</a:t>
          </a:r>
          <a:endParaRPr kumimoji="0" lang="en-US" altLang="en-US" sz="1900" b="0" i="0" u="none" strike="noStrike" kern="1200" cap="none" normalizeH="0" baseline="0" dirty="0">
            <a:ln>
              <a:noFill/>
            </a:ln>
            <a:solidFill>
              <a:schemeClr val="bg1"/>
            </a:solidFill>
            <a:effectLst/>
            <a:latin typeface="+mn-lt"/>
          </a:endParaRPr>
        </a:p>
        <a:p>
          <a:pPr marL="342900" lvl="2" indent="-171450" algn="l" defTabSz="844550">
            <a:lnSpc>
              <a:spcPct val="90000"/>
            </a:lnSpc>
            <a:spcBef>
              <a:spcPct val="0"/>
            </a:spcBef>
            <a:spcAft>
              <a:spcPct val="15000"/>
            </a:spcAft>
            <a:buFont typeface="Arial" panose="020B0604020202020204" pitchFamily="34" charset="0"/>
            <a:buChar char="•"/>
          </a:pPr>
          <a:r>
            <a:rPr kumimoji="0" lang="en-US" altLang="en-US" sz="1900" b="1" i="0" u="none" strike="noStrike" kern="1200" cap="none" normalizeH="0" baseline="0">
              <a:ln>
                <a:noFill/>
              </a:ln>
              <a:solidFill>
                <a:schemeClr val="bg1"/>
              </a:solidFill>
              <a:effectLst/>
              <a:latin typeface="+mn-lt"/>
            </a:rPr>
            <a:t>Check 21 Act</a:t>
          </a:r>
          <a:r>
            <a:rPr kumimoji="0" lang="en-US" altLang="en-US" sz="1900" b="0" i="0" u="none" strike="noStrike" kern="1200" cap="none" normalizeH="0" baseline="0">
              <a:ln>
                <a:noFill/>
              </a:ln>
              <a:solidFill>
                <a:schemeClr val="bg1"/>
              </a:solidFill>
              <a:effectLst/>
              <a:latin typeface="+mn-lt"/>
            </a:rPr>
            <a:t>: In response, the </a:t>
          </a:r>
          <a:r>
            <a:rPr kumimoji="0" lang="en-US" altLang="en-US" sz="1900" b="1" i="0" u="none" strike="noStrike" kern="1200" cap="none" normalizeH="0" baseline="0">
              <a:ln>
                <a:noFill/>
              </a:ln>
              <a:solidFill>
                <a:schemeClr val="bg1"/>
              </a:solidFill>
              <a:effectLst/>
              <a:latin typeface="+mn-lt"/>
            </a:rPr>
            <a:t>Check Clearing for the 21st Century Act (Check 21)</a:t>
          </a:r>
          <a:r>
            <a:rPr kumimoji="0" lang="en-US" altLang="en-US" sz="1900" b="0" i="0" u="none" strike="noStrike" kern="1200" cap="none" normalizeH="0" baseline="0">
              <a:ln>
                <a:noFill/>
              </a:ln>
              <a:solidFill>
                <a:schemeClr val="bg1"/>
              </a:solidFill>
              <a:effectLst/>
              <a:latin typeface="+mn-lt"/>
            </a:rPr>
            <a:t> went into effect on </a:t>
          </a:r>
          <a:r>
            <a:rPr kumimoji="0" lang="en-US" altLang="en-US" sz="1900" b="1" i="0" u="none" strike="noStrike" kern="1200" cap="none" normalizeH="0" baseline="0">
              <a:ln>
                <a:noFill/>
              </a:ln>
              <a:solidFill>
                <a:schemeClr val="bg1"/>
              </a:solidFill>
              <a:effectLst/>
              <a:latin typeface="+mn-lt"/>
            </a:rPr>
            <a:t>October 28, 2004</a:t>
          </a:r>
          <a:r>
            <a:rPr kumimoji="0" lang="en-US" altLang="en-US" sz="1900" b="0" i="0" u="none" strike="noStrike" kern="1200" cap="none" normalizeH="0" baseline="0">
              <a:ln>
                <a:noFill/>
              </a:ln>
              <a:solidFill>
                <a:schemeClr val="bg1"/>
              </a:solidFill>
              <a:effectLst/>
              <a:latin typeface="+mn-lt"/>
            </a:rPr>
            <a:t>.</a:t>
          </a:r>
          <a:endParaRPr kumimoji="0" lang="en-US" altLang="en-US" sz="1900" b="0" i="0" u="none" strike="noStrike" kern="1200" cap="none" normalizeH="0" baseline="0" dirty="0">
            <a:ln>
              <a:noFill/>
            </a:ln>
            <a:solidFill>
              <a:schemeClr val="bg1"/>
            </a:solidFill>
            <a:effectLst/>
            <a:latin typeface="+mn-lt"/>
          </a:endParaRPr>
        </a:p>
        <a:p>
          <a:pPr marL="342900" lvl="2" indent="-171450" algn="l" defTabSz="844550">
            <a:lnSpc>
              <a:spcPct val="90000"/>
            </a:lnSpc>
            <a:spcBef>
              <a:spcPct val="0"/>
            </a:spcBef>
            <a:spcAft>
              <a:spcPct val="15000"/>
            </a:spcAft>
            <a:buFont typeface="Arial" panose="020B0604020202020204" pitchFamily="34" charset="0"/>
            <a:buChar char="•"/>
          </a:pPr>
          <a:r>
            <a:rPr kumimoji="0" lang="en-US" altLang="en-US" sz="1900" b="1" i="0" u="none" strike="noStrike" kern="1200" cap="none" normalizeH="0" baseline="0">
              <a:ln>
                <a:noFill/>
              </a:ln>
              <a:solidFill>
                <a:schemeClr val="bg1"/>
              </a:solidFill>
              <a:effectLst/>
              <a:latin typeface="+mn-lt"/>
            </a:rPr>
            <a:t>Check Truncation</a:t>
          </a:r>
          <a:r>
            <a:rPr kumimoji="0" lang="en-US" altLang="en-US" sz="1900" b="0" i="0" u="none" strike="noStrike" kern="1200" cap="none" normalizeH="0" baseline="0">
              <a:ln>
                <a:noFill/>
              </a:ln>
              <a:solidFill>
                <a:schemeClr val="bg1"/>
              </a:solidFill>
              <a:effectLst/>
              <a:latin typeface="+mn-lt"/>
            </a:rPr>
            <a:t>: The law allowed banks to "truncate" (stop) the physical check and instead transmit a digital image. If a paper document was still needed, banks could create a </a:t>
          </a:r>
          <a:r>
            <a:rPr kumimoji="0" lang="en-US" altLang="en-US" sz="1900" b="1" i="0" u="none" strike="noStrike" kern="1200" cap="none" normalizeH="0" baseline="0">
              <a:ln>
                <a:noFill/>
              </a:ln>
              <a:solidFill>
                <a:schemeClr val="bg1"/>
              </a:solidFill>
              <a:effectLst/>
              <a:latin typeface="+mn-lt"/>
            </a:rPr>
            <a:t>Substitute Check</a:t>
          </a:r>
          <a:r>
            <a:rPr kumimoji="0" lang="en-US" altLang="en-US" sz="1900" b="0" i="0" u="none" strike="noStrike" kern="1200" cap="none" normalizeH="0" baseline="0">
              <a:ln>
                <a:noFill/>
              </a:ln>
              <a:solidFill>
                <a:schemeClr val="bg1"/>
              </a:solidFill>
              <a:effectLst/>
              <a:latin typeface="+mn-lt"/>
            </a:rPr>
            <a:t>—a legal paper reproduction of the digital image.</a:t>
          </a:r>
          <a:endParaRPr kumimoji="0" lang="en-US" altLang="en-US" sz="1900" b="0" i="0" u="none" strike="noStrike" kern="1200" cap="none" normalizeH="0" baseline="0" dirty="0">
            <a:ln>
              <a:noFill/>
            </a:ln>
            <a:solidFill>
              <a:schemeClr val="bg1"/>
            </a:solidFill>
            <a:effectLst/>
            <a:latin typeface="+mn-lt"/>
          </a:endParaRPr>
        </a:p>
        <a:p>
          <a:pPr marL="342900" lvl="2" indent="-171450" algn="l" defTabSz="844550">
            <a:lnSpc>
              <a:spcPct val="90000"/>
            </a:lnSpc>
            <a:spcBef>
              <a:spcPct val="0"/>
            </a:spcBef>
            <a:spcAft>
              <a:spcPct val="15000"/>
            </a:spcAft>
            <a:buFont typeface="Arial" panose="020B0604020202020204" pitchFamily="34" charset="0"/>
            <a:buChar char="•"/>
          </a:pPr>
          <a:r>
            <a:rPr kumimoji="0" lang="en-US" altLang="en-US" sz="1900" b="1" i="0" u="none" strike="noStrike" kern="1200" cap="none" normalizeH="0" baseline="0" dirty="0">
              <a:ln>
                <a:noFill/>
              </a:ln>
              <a:solidFill>
                <a:schemeClr val="bg1"/>
              </a:solidFill>
              <a:effectLst/>
              <a:latin typeface="+mn-lt"/>
            </a:rPr>
            <a:t>Modern Result</a:t>
          </a:r>
          <a:r>
            <a:rPr kumimoji="0" lang="en-US" altLang="en-US" sz="1900" b="0" i="0" u="none" strike="noStrike" kern="1200" cap="none" normalizeH="0" baseline="0" dirty="0">
              <a:ln>
                <a:noFill/>
              </a:ln>
              <a:solidFill>
                <a:schemeClr val="bg1"/>
              </a:solidFill>
              <a:effectLst/>
              <a:latin typeface="+mn-lt"/>
            </a:rPr>
            <a:t>: This phase enabled </a:t>
          </a:r>
          <a:r>
            <a:rPr kumimoji="0" lang="en-US" altLang="en-US" sz="1900" b="1" i="0" u="none" strike="noStrike" kern="1200" cap="none" normalizeH="0" baseline="0" dirty="0">
              <a:ln>
                <a:noFill/>
              </a:ln>
              <a:solidFill>
                <a:schemeClr val="bg1"/>
              </a:solidFill>
              <a:effectLst/>
              <a:latin typeface="+mn-lt"/>
            </a:rPr>
            <a:t>Remote Deposit Capture (RDC)</a:t>
          </a:r>
          <a:r>
            <a:rPr kumimoji="0" lang="en-US" altLang="en-US" sz="1900" b="0" i="0" u="none" strike="noStrike" kern="1200" cap="none" normalizeH="0" baseline="0" dirty="0">
              <a:ln>
                <a:noFill/>
              </a:ln>
              <a:solidFill>
                <a:schemeClr val="bg1"/>
              </a:solidFill>
              <a:effectLst/>
              <a:latin typeface="+mn-lt"/>
            </a:rPr>
            <a:t>, allowing consumers and businesses to deposit checks via mobile phones or scanners without visiting a bank branch.</a:t>
          </a:r>
        </a:p>
        <a:p>
          <a:pPr marL="342900" lvl="2" indent="-171450" algn="l" defTabSz="844550">
            <a:lnSpc>
              <a:spcPct val="90000"/>
            </a:lnSpc>
            <a:spcBef>
              <a:spcPct val="0"/>
            </a:spcBef>
            <a:spcAft>
              <a:spcPct val="15000"/>
            </a:spcAft>
            <a:buFont typeface="Arial" panose="020B0604020202020204" pitchFamily="34" charset="0"/>
            <a:buChar char="•"/>
          </a:pPr>
          <a:r>
            <a:rPr kumimoji="0" lang="en-US" altLang="en-US" sz="1900" b="1" i="0" u="none" strike="noStrike" kern="1200" cap="none" normalizeH="0" baseline="0" dirty="0">
              <a:ln>
                <a:noFill/>
              </a:ln>
              <a:solidFill>
                <a:schemeClr val="bg1"/>
              </a:solidFill>
              <a:effectLst/>
              <a:latin typeface="+mn-lt"/>
            </a:rPr>
            <a:t>By 2010, 99% </a:t>
          </a:r>
          <a:r>
            <a:rPr kumimoji="0" lang="en-US" altLang="en-US" sz="1900" b="0" i="0" u="none" strike="noStrike" kern="1200" cap="none" normalizeH="0" baseline="0" dirty="0">
              <a:ln>
                <a:noFill/>
              </a:ln>
              <a:solidFill>
                <a:schemeClr val="bg1"/>
              </a:solidFill>
              <a:effectLst/>
              <a:latin typeface="+mn-lt"/>
            </a:rPr>
            <a:t>of checks clearing through the Fed was processed electronically</a:t>
          </a:r>
        </a:p>
        <a:p>
          <a:pPr marL="171450" lvl="1" indent="-171450" algn="l" defTabSz="844550">
            <a:lnSpc>
              <a:spcPct val="90000"/>
            </a:lnSpc>
            <a:spcBef>
              <a:spcPct val="0"/>
            </a:spcBef>
            <a:spcAft>
              <a:spcPct val="15000"/>
            </a:spcAft>
            <a:buFont typeface="Arial" panose="020B0604020202020204" pitchFamily="34" charset="0"/>
            <a:buNone/>
          </a:pPr>
          <a:endParaRPr kumimoji="0" lang="en-US" altLang="en-US" sz="1900" b="0" i="0" u="none" strike="noStrike" kern="1200" cap="none" normalizeH="0" baseline="0" dirty="0">
            <a:ln>
              <a:noFill/>
            </a:ln>
            <a:solidFill>
              <a:schemeClr val="bg1"/>
            </a:solidFill>
            <a:effectLst/>
            <a:latin typeface="+mn-lt"/>
          </a:endParaRPr>
        </a:p>
      </dsp:txBody>
      <dsp:txXfrm>
        <a:off x="0" y="571689"/>
        <a:ext cx="10515600" cy="37551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D3B0F-A27E-4312-ADC1-99F1473C6ABB}">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D31278-CDCB-4584-A015-7391942F1A66}">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5C6FC-75C9-46B2-BC3D-D19A6C70F0CD}">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Non-Sufficient Funds (NSF) fee is a good income for banks</a:t>
          </a:r>
        </a:p>
      </dsp:txBody>
      <dsp:txXfrm>
        <a:off x="1948202" y="368029"/>
        <a:ext cx="3233964" cy="1371985"/>
      </dsp:txXfrm>
    </dsp:sp>
    <dsp:sp modelId="{0168D4BB-C615-4175-9C68-21CED9CA94AE}">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F93AFC-0A53-411B-BC40-8F4D92C6A042}">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007308-1FA3-4D5C-9D46-EED69E82D7C2}">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Checking accounts – bundled service by Banks</a:t>
          </a:r>
        </a:p>
      </dsp:txBody>
      <dsp:txXfrm>
        <a:off x="7411643" y="368029"/>
        <a:ext cx="3233964" cy="1371985"/>
      </dsp:txXfrm>
    </dsp:sp>
    <dsp:sp modelId="{62DF6773-28E5-4574-96B9-7C36A327284E}">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F3C32B-3BBA-47EA-8D39-32AD2F7FF564}">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CACE1A-FED3-42B9-8C0A-14235C898391}">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US Savings accounts typically don’t allow </a:t>
          </a:r>
          <a:r>
            <a:rPr lang="en-US" sz="2000" kern="1200">
              <a:latin typeface="Aptos Display" panose="02110004020202020204"/>
            </a:rPr>
            <a:t>checks</a:t>
          </a:r>
          <a:endParaRPr lang="en-US" sz="2000" kern="1200" dirty="0">
            <a:latin typeface="Aptos Display" panose="02110004020202020204"/>
          </a:endParaRPr>
        </a:p>
      </dsp:txBody>
      <dsp:txXfrm>
        <a:off x="1948202" y="2452790"/>
        <a:ext cx="3233964" cy="1371985"/>
      </dsp:txXfrm>
    </dsp:sp>
    <dsp:sp modelId="{DC7F992A-55DF-49E9-AEC4-C2AC75996850}">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C42C99-F5C2-464A-AD80-E7E77B16E72C}">
      <dsp:nvSpPr>
        <dsp:cNvPr id="0" name=""/>
        <dsp:cNvSpPr/>
      </dsp:nvSpPr>
      <dsp:spPr>
        <a:xfrm>
          <a:off x="6033778" y="2740907"/>
          <a:ext cx="795751" cy="795751"/>
        </a:xfrm>
        <a:prstGeom prst="rect">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448AC8-6D27-40AB-A2E1-7AE892C0F254}">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ptos Display" panose="02110004020202020204"/>
            </a:rPr>
            <a:t>Many</a:t>
          </a:r>
          <a:r>
            <a:rPr lang="en-US" sz="2200" kern="1200" dirty="0"/>
            <a:t> retail merchants have stopped accepting checks and shifted mostly to debit cards</a:t>
          </a:r>
        </a:p>
      </dsp:txBody>
      <dsp:txXfrm>
        <a:off x="7411643" y="2452790"/>
        <a:ext cx="3233964" cy="137198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620291-78E1-44EC-8FF1-EDFE865014D1}">
      <dsp:nvSpPr>
        <dsp:cNvPr id="0" name=""/>
        <dsp:cNvSpPr/>
      </dsp:nvSpPr>
      <dsp:spPr>
        <a:xfrm>
          <a:off x="5134" y="1541469"/>
          <a:ext cx="1591716" cy="126839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Sender of Funds </a:t>
          </a:r>
        </a:p>
      </dsp:txBody>
      <dsp:txXfrm>
        <a:off x="42284" y="1578619"/>
        <a:ext cx="1517416" cy="1194099"/>
      </dsp:txXfrm>
    </dsp:sp>
    <dsp:sp modelId="{5DE4B496-E220-45A4-9399-5249948F80B7}">
      <dsp:nvSpPr>
        <dsp:cNvPr id="0" name=""/>
        <dsp:cNvSpPr/>
      </dsp:nvSpPr>
      <dsp:spPr>
        <a:xfrm>
          <a:off x="1756023" y="1978296"/>
          <a:ext cx="337443" cy="39474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756023" y="2057245"/>
        <a:ext cx="236210" cy="236847"/>
      </dsp:txXfrm>
    </dsp:sp>
    <dsp:sp modelId="{EE9E35A8-838E-4FED-BECB-474F746DCAA5}">
      <dsp:nvSpPr>
        <dsp:cNvPr id="0" name=""/>
        <dsp:cNvSpPr/>
      </dsp:nvSpPr>
      <dsp:spPr>
        <a:xfrm>
          <a:off x="2233538" y="1541469"/>
          <a:ext cx="1591716" cy="1268399"/>
        </a:xfrm>
        <a:prstGeom prst="roundRect">
          <a:avLst>
            <a:gd name="adj" fmla="val 10000"/>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Sender’s Bank</a:t>
          </a:r>
        </a:p>
      </dsp:txBody>
      <dsp:txXfrm>
        <a:off x="2270688" y="1578619"/>
        <a:ext cx="1517416" cy="1194099"/>
      </dsp:txXfrm>
    </dsp:sp>
    <dsp:sp modelId="{9E03C07D-3475-405A-92D5-836351FD9AAB}">
      <dsp:nvSpPr>
        <dsp:cNvPr id="0" name=""/>
        <dsp:cNvSpPr/>
      </dsp:nvSpPr>
      <dsp:spPr>
        <a:xfrm>
          <a:off x="3984426" y="1978296"/>
          <a:ext cx="337443" cy="394745"/>
        </a:xfrm>
        <a:prstGeom prst="rightArrow">
          <a:avLst>
            <a:gd name="adj1" fmla="val 60000"/>
            <a:gd name="adj2" fmla="val 50000"/>
          </a:avLst>
        </a:prstGeom>
        <a:solidFill>
          <a:schemeClr val="accent2">
            <a:hueOff val="2147871"/>
            <a:satOff val="-6164"/>
            <a:lumOff val="-987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984426" y="2057245"/>
        <a:ext cx="236210" cy="236847"/>
      </dsp:txXfrm>
    </dsp:sp>
    <dsp:sp modelId="{6ED57A49-83BD-4E7E-9B2B-53BF27BECBCB}">
      <dsp:nvSpPr>
        <dsp:cNvPr id="0" name=""/>
        <dsp:cNvSpPr/>
      </dsp:nvSpPr>
      <dsp:spPr>
        <a:xfrm>
          <a:off x="4461941" y="1541469"/>
          <a:ext cx="1591716" cy="1268399"/>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Wire transfer network</a:t>
          </a:r>
        </a:p>
        <a:p>
          <a:pPr marL="114300" lvl="1" indent="-114300" algn="l" defTabSz="622300">
            <a:lnSpc>
              <a:spcPct val="90000"/>
            </a:lnSpc>
            <a:spcBef>
              <a:spcPct val="0"/>
            </a:spcBef>
            <a:spcAft>
              <a:spcPct val="15000"/>
            </a:spcAft>
            <a:buChar char="•"/>
          </a:pPr>
          <a:r>
            <a:rPr lang="en-US" sz="1400" kern="1200"/>
            <a:t>Fedwire</a:t>
          </a:r>
          <a:endParaRPr lang="en-US" sz="1400" kern="1200" dirty="0"/>
        </a:p>
        <a:p>
          <a:pPr marL="114300" lvl="1" indent="-114300" algn="l" defTabSz="622300">
            <a:lnSpc>
              <a:spcPct val="90000"/>
            </a:lnSpc>
            <a:spcBef>
              <a:spcPct val="0"/>
            </a:spcBef>
            <a:spcAft>
              <a:spcPct val="15000"/>
            </a:spcAft>
            <a:buChar char="•"/>
          </a:pPr>
          <a:r>
            <a:rPr lang="en-US" sz="1400" kern="1200" dirty="0"/>
            <a:t>CHIPS</a:t>
          </a:r>
        </a:p>
      </dsp:txBody>
      <dsp:txXfrm>
        <a:off x="4499091" y="1578619"/>
        <a:ext cx="1517416" cy="1194099"/>
      </dsp:txXfrm>
    </dsp:sp>
    <dsp:sp modelId="{399DD531-3902-4A18-8F5E-388E56471F8D}">
      <dsp:nvSpPr>
        <dsp:cNvPr id="0" name=""/>
        <dsp:cNvSpPr/>
      </dsp:nvSpPr>
      <dsp:spPr>
        <a:xfrm>
          <a:off x="6212830" y="1978296"/>
          <a:ext cx="337443" cy="394745"/>
        </a:xfrm>
        <a:prstGeom prst="rightArrow">
          <a:avLst>
            <a:gd name="adj1" fmla="val 60000"/>
            <a:gd name="adj2" fmla="val 50000"/>
          </a:avLst>
        </a:prstGeom>
        <a:solidFill>
          <a:schemeClr val="accent2">
            <a:hueOff val="4295743"/>
            <a:satOff val="-12329"/>
            <a:lumOff val="-1973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6212830" y="2057245"/>
        <a:ext cx="236210" cy="236847"/>
      </dsp:txXfrm>
    </dsp:sp>
    <dsp:sp modelId="{5758AD8B-C2E1-457C-B86D-2EDA4A713E9F}">
      <dsp:nvSpPr>
        <dsp:cNvPr id="0" name=""/>
        <dsp:cNvSpPr/>
      </dsp:nvSpPr>
      <dsp:spPr>
        <a:xfrm>
          <a:off x="6690345" y="1541469"/>
          <a:ext cx="1591716" cy="1268399"/>
        </a:xfrm>
        <a:prstGeom prst="roundRect">
          <a:avLst>
            <a:gd name="adj" fmla="val 10000"/>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Receivers Bank</a:t>
          </a:r>
        </a:p>
      </dsp:txBody>
      <dsp:txXfrm>
        <a:off x="6727495" y="1578619"/>
        <a:ext cx="1517416" cy="1194099"/>
      </dsp:txXfrm>
    </dsp:sp>
    <dsp:sp modelId="{2031C089-0AB1-4335-BEFF-E4DD1F19A0AF}">
      <dsp:nvSpPr>
        <dsp:cNvPr id="0" name=""/>
        <dsp:cNvSpPr/>
      </dsp:nvSpPr>
      <dsp:spPr>
        <a:xfrm>
          <a:off x="8441233" y="1978296"/>
          <a:ext cx="337443" cy="394745"/>
        </a:xfrm>
        <a:prstGeom prst="rightArrow">
          <a:avLst>
            <a:gd name="adj1" fmla="val 60000"/>
            <a:gd name="adj2" fmla="val 50000"/>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441233" y="2057245"/>
        <a:ext cx="236210" cy="236847"/>
      </dsp:txXfrm>
    </dsp:sp>
    <dsp:sp modelId="{280E593C-3861-4340-BFAA-5E1D6187F330}">
      <dsp:nvSpPr>
        <dsp:cNvPr id="0" name=""/>
        <dsp:cNvSpPr/>
      </dsp:nvSpPr>
      <dsp:spPr>
        <a:xfrm>
          <a:off x="8918748" y="1541469"/>
          <a:ext cx="1591716" cy="1268399"/>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Receiver of Funds</a:t>
          </a:r>
          <a:endParaRPr lang="en-US" sz="1800" kern="1200" dirty="0"/>
        </a:p>
      </dsp:txBody>
      <dsp:txXfrm>
        <a:off x="8955898" y="1578619"/>
        <a:ext cx="1517416" cy="1194099"/>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55B38-F9DF-4F50-A4C8-E50E0DB738F0}"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493BEC-66E3-4BEB-B7DE-8FCCDD39888A}" type="slidenum">
              <a:rPr lang="en-US" smtClean="0"/>
              <a:t>‹#›</a:t>
            </a:fld>
            <a:endParaRPr lang="en-US"/>
          </a:p>
        </p:txBody>
      </p:sp>
    </p:spTree>
    <p:extLst>
      <p:ext uri="{BB962C8B-B14F-4D97-AF65-F5344CB8AC3E}">
        <p14:creationId xmlns:p14="http://schemas.microsoft.com/office/powerpoint/2010/main" val="3523977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493BEC-66E3-4BEB-B7DE-8FCCDD39888A}" type="slidenum">
              <a:rPr lang="en-US" smtClean="0"/>
              <a:t>16</a:t>
            </a:fld>
            <a:endParaRPr lang="en-US"/>
          </a:p>
        </p:txBody>
      </p:sp>
    </p:spTree>
    <p:extLst>
      <p:ext uri="{BB962C8B-B14F-4D97-AF65-F5344CB8AC3E}">
        <p14:creationId xmlns:p14="http://schemas.microsoft.com/office/powerpoint/2010/main" val="4257894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493BEC-66E3-4BEB-B7DE-8FCCDD39888A}" type="slidenum">
              <a:rPr lang="en-US" smtClean="0"/>
              <a:t>17</a:t>
            </a:fld>
            <a:endParaRPr lang="en-US"/>
          </a:p>
        </p:txBody>
      </p:sp>
    </p:spTree>
    <p:extLst>
      <p:ext uri="{BB962C8B-B14F-4D97-AF65-F5344CB8AC3E}">
        <p14:creationId xmlns:p14="http://schemas.microsoft.com/office/powerpoint/2010/main" val="2363582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493BEC-66E3-4BEB-B7DE-8FCCDD39888A}" type="slidenum">
              <a:rPr lang="en-US" smtClean="0"/>
              <a:t>21</a:t>
            </a:fld>
            <a:endParaRPr lang="en-US"/>
          </a:p>
        </p:txBody>
      </p:sp>
    </p:spTree>
    <p:extLst>
      <p:ext uri="{BB962C8B-B14F-4D97-AF65-F5344CB8AC3E}">
        <p14:creationId xmlns:p14="http://schemas.microsoft.com/office/powerpoint/2010/main" val="1071802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493BEC-66E3-4BEB-B7DE-8FCCDD39888A}" type="slidenum">
              <a:rPr lang="en-US" smtClean="0"/>
              <a:t>27</a:t>
            </a:fld>
            <a:endParaRPr lang="en-US"/>
          </a:p>
        </p:txBody>
      </p:sp>
    </p:spTree>
    <p:extLst>
      <p:ext uri="{BB962C8B-B14F-4D97-AF65-F5344CB8AC3E}">
        <p14:creationId xmlns:p14="http://schemas.microsoft.com/office/powerpoint/2010/main" val="60459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5F46-01C8-5A6E-4EED-DB4EE819D0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296C9B-DA94-F477-2CEF-6BDC81B1AD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B119E7-7525-D561-357F-9EF8AAC75CF2}"/>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5" name="Footer Placeholder 4">
            <a:extLst>
              <a:ext uri="{FF2B5EF4-FFF2-40B4-BE49-F238E27FC236}">
                <a16:creationId xmlns:a16="http://schemas.microsoft.com/office/drawing/2014/main" id="{F14CF643-A93E-3EC8-648C-623B8C4966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C1B05-EF47-55A5-F980-E33FE454D3B0}"/>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532676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74A63-4A57-CFBD-C15A-93EC2CAF36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A52767-CF99-7BCF-C5CE-484DE05677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D211A-041F-7059-2D41-FD2BDA4AF0B2}"/>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5" name="Footer Placeholder 4">
            <a:extLst>
              <a:ext uri="{FF2B5EF4-FFF2-40B4-BE49-F238E27FC236}">
                <a16:creationId xmlns:a16="http://schemas.microsoft.com/office/drawing/2014/main" id="{150606F3-A476-06FA-DCA9-AF14BD7CA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A7C0B-FA2B-8D90-A3D9-E1F90AC3FCCE}"/>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4199534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4323-8503-28E0-85B5-DE44F2458C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CAAE16-A145-2DA1-8E97-CE0DA8EEBD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746035-AFE4-8AF9-1090-0FD1DECC0D72}"/>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5" name="Footer Placeholder 4">
            <a:extLst>
              <a:ext uri="{FF2B5EF4-FFF2-40B4-BE49-F238E27FC236}">
                <a16:creationId xmlns:a16="http://schemas.microsoft.com/office/drawing/2014/main" id="{BAA4E968-BEDA-CD43-55F7-AB628FFE1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FC464-528C-7AF6-63F4-34F8336D7579}"/>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289689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84400-DEFA-C7CA-2BFA-48CBA7056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6794CB-D082-05B2-569F-89C0923EB4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FFF5BB-6808-E28C-54A4-1250463BFA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E35150-8331-5F31-0094-B401BFFA0B51}"/>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6" name="Footer Placeholder 5">
            <a:extLst>
              <a:ext uri="{FF2B5EF4-FFF2-40B4-BE49-F238E27FC236}">
                <a16:creationId xmlns:a16="http://schemas.microsoft.com/office/drawing/2014/main" id="{3863BE94-4580-F3CC-7255-03FAB5A59E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53069-E995-CF7F-5E47-0CEFEB8C7661}"/>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4138414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1767C-4373-D556-71DC-8977999B80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DCFE13-1FBF-1C80-3EFE-4373964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E24334-DA49-14CA-6EB5-73EEDF4953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D58D79-B9EF-89CF-A8CE-4ED0795222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6759E0-94CC-F860-8EA3-B0B331E590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A17E7F-4791-5488-31D6-22ACD67B9428}"/>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8" name="Footer Placeholder 7">
            <a:extLst>
              <a:ext uri="{FF2B5EF4-FFF2-40B4-BE49-F238E27FC236}">
                <a16:creationId xmlns:a16="http://schemas.microsoft.com/office/drawing/2014/main" id="{9AAACB42-43CE-34BD-C59D-307F0D7D5B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CF739A-9FBE-9871-72F1-B4995834FDD0}"/>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2405702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4C75-C0CA-3722-34EA-B9AF3248D9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99ED60-E8FE-B375-F46A-2953E5670057}"/>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4" name="Footer Placeholder 3">
            <a:extLst>
              <a:ext uri="{FF2B5EF4-FFF2-40B4-BE49-F238E27FC236}">
                <a16:creationId xmlns:a16="http://schemas.microsoft.com/office/drawing/2014/main" id="{9CFA9E39-730A-34F0-C0D8-66EE0A51E7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982821-43A1-B067-F2C6-262954EA63D2}"/>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213894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A60215-6768-7A29-AF5E-49BB063FFAC7}"/>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3" name="Footer Placeholder 2">
            <a:extLst>
              <a:ext uri="{FF2B5EF4-FFF2-40B4-BE49-F238E27FC236}">
                <a16:creationId xmlns:a16="http://schemas.microsoft.com/office/drawing/2014/main" id="{13614120-2ED1-9E8E-C7E5-B4C3F1E56F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2A435A-6DD9-EEC7-8EDA-7F87B1C250CA}"/>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1936932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7A89-8A70-AA60-0108-EA02CD8B9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E6FB0C-3EB1-4850-D3FA-DF1FDAA443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907DB8-21F6-E936-4609-8182FF2CFE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2573C4-797C-5894-38EF-B91CDC9C77B8}"/>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6" name="Footer Placeholder 5">
            <a:extLst>
              <a:ext uri="{FF2B5EF4-FFF2-40B4-BE49-F238E27FC236}">
                <a16:creationId xmlns:a16="http://schemas.microsoft.com/office/drawing/2014/main" id="{82412092-5944-1F28-410E-D28E9E035D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B4D8AF-F338-4E51-F818-CBCD29F225EA}"/>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1539830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DDB9-C222-62A1-AB54-EC9E490511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1A9BB8-3381-DEB7-2275-3A9DB5CA1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8C24BF-32A4-642E-4281-44D448BF3D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2562BA-5B64-8590-B42F-79FDDF4827B1}"/>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6" name="Footer Placeholder 5">
            <a:extLst>
              <a:ext uri="{FF2B5EF4-FFF2-40B4-BE49-F238E27FC236}">
                <a16:creationId xmlns:a16="http://schemas.microsoft.com/office/drawing/2014/main" id="{BC3D0506-9740-4BA9-5813-9C0D34AD4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1F2BAC-AD9B-A348-A741-4006D63D2D55}"/>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559550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BB95-8879-3C6D-5E9B-35BDDAB63F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EB1798-3839-4DFF-D9DB-572AAEE4E6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7993C4-35DD-CE04-E628-4987D326B999}"/>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5" name="Footer Placeholder 4">
            <a:extLst>
              <a:ext uri="{FF2B5EF4-FFF2-40B4-BE49-F238E27FC236}">
                <a16:creationId xmlns:a16="http://schemas.microsoft.com/office/drawing/2014/main" id="{C15013B2-E806-9C1E-F0B1-99C4338AA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1616C7-ACDD-8C4A-F38D-0EC30B2D7840}"/>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215791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2CDF20-0144-AC63-8CF2-B5FD6865BA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CF5C9A-1BB9-8926-1E40-4FA9809C3C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12103-44DD-1632-E189-091536E59028}"/>
              </a:ext>
            </a:extLst>
          </p:cNvPr>
          <p:cNvSpPr>
            <a:spLocks noGrp="1"/>
          </p:cNvSpPr>
          <p:nvPr>
            <p:ph type="dt" sz="half" idx="10"/>
          </p:nvPr>
        </p:nvSpPr>
        <p:spPr/>
        <p:txBody>
          <a:bodyPr/>
          <a:lstStyle/>
          <a:p>
            <a:fld id="{8EDDD920-5CF1-4AC8-B16E-4887CCF5AE36}" type="datetimeFigureOut">
              <a:rPr lang="en-US" smtClean="0"/>
              <a:t>2/27/2026</a:t>
            </a:fld>
            <a:endParaRPr lang="en-US"/>
          </a:p>
        </p:txBody>
      </p:sp>
      <p:sp>
        <p:nvSpPr>
          <p:cNvPr id="5" name="Footer Placeholder 4">
            <a:extLst>
              <a:ext uri="{FF2B5EF4-FFF2-40B4-BE49-F238E27FC236}">
                <a16:creationId xmlns:a16="http://schemas.microsoft.com/office/drawing/2014/main" id="{7576D61C-5588-02F9-758E-D9D90FDE68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98BF17-4552-BE07-1663-9B3C646C7D53}"/>
              </a:ext>
            </a:extLst>
          </p:cNvPr>
          <p:cNvSpPr>
            <a:spLocks noGrp="1"/>
          </p:cNvSpPr>
          <p:nvPr>
            <p:ph type="sldNum" sz="quarter" idx="12"/>
          </p:nvPr>
        </p:nvSpPr>
        <p:spPr/>
        <p:txBody>
          <a:bodyPr/>
          <a:lstStyle/>
          <a:p>
            <a:fld id="{8A35DB9E-9CAA-4D56-A4F7-FD328D760095}" type="slidenum">
              <a:rPr lang="en-US" smtClean="0"/>
              <a:t>‹#›</a:t>
            </a:fld>
            <a:endParaRPr lang="en-US"/>
          </a:p>
        </p:txBody>
      </p:sp>
    </p:spTree>
    <p:extLst>
      <p:ext uri="{BB962C8B-B14F-4D97-AF65-F5344CB8AC3E}">
        <p14:creationId xmlns:p14="http://schemas.microsoft.com/office/powerpoint/2010/main" val="9782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12078F-6BCF-8527-8D2D-70E5B14D35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D41CB5-61B8-062D-CAB3-26DEB97FA2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44169-1AEC-31FD-E7BC-D96D5A3B7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DDD920-5CF1-4AC8-B16E-4887CCF5AE36}" type="datetimeFigureOut">
              <a:rPr lang="en-US" smtClean="0"/>
              <a:t>2/27/2026</a:t>
            </a:fld>
            <a:endParaRPr lang="en-US"/>
          </a:p>
        </p:txBody>
      </p:sp>
      <p:sp>
        <p:nvSpPr>
          <p:cNvPr id="5" name="Footer Placeholder 4">
            <a:extLst>
              <a:ext uri="{FF2B5EF4-FFF2-40B4-BE49-F238E27FC236}">
                <a16:creationId xmlns:a16="http://schemas.microsoft.com/office/drawing/2014/main" id="{B739C5C4-EADC-5DD6-40E6-A08ED8CE19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93E26C-E855-1E2E-30D1-16A9C3FE8A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35DB9E-9CAA-4D56-A4F7-FD328D760095}" type="slidenum">
              <a:rPr lang="en-US" smtClean="0"/>
              <a:t>‹#›</a:t>
            </a:fld>
            <a:endParaRPr lang="en-US"/>
          </a:p>
        </p:txBody>
      </p:sp>
    </p:spTree>
    <p:extLst>
      <p:ext uri="{BB962C8B-B14F-4D97-AF65-F5344CB8AC3E}">
        <p14:creationId xmlns:p14="http://schemas.microsoft.com/office/powerpoint/2010/main" val="61631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C46B2449-FF07-47FC-AA19-DB68D98F3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4E94261F-1ED3-4E90-88E6-134791440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716"/>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970C214E-DA30-59D0-73A7-BC5C67C14E94}"/>
              </a:ext>
            </a:extLst>
          </p:cNvPr>
          <p:cNvSpPr>
            <a:spLocks noGrp="1"/>
          </p:cNvSpPr>
          <p:nvPr>
            <p:ph type="ctrTitle"/>
          </p:nvPr>
        </p:nvSpPr>
        <p:spPr>
          <a:xfrm>
            <a:off x="1578043" y="590062"/>
            <a:ext cx="5347266" cy="2838938"/>
          </a:xfrm>
        </p:spPr>
        <p:txBody>
          <a:bodyPr>
            <a:normAutofit/>
          </a:bodyPr>
          <a:lstStyle/>
          <a:p>
            <a:pPr algn="l"/>
            <a:r>
              <a:rPr lang="en-US" sz="5600" dirty="0">
                <a:solidFill>
                  <a:srgbClr val="FFFFFF"/>
                </a:solidFill>
              </a:rPr>
              <a:t>Payments Systems in the U.S.</a:t>
            </a:r>
          </a:p>
        </p:txBody>
      </p:sp>
      <p:sp>
        <p:nvSpPr>
          <p:cNvPr id="3" name="Subtitle 2">
            <a:extLst>
              <a:ext uri="{FF2B5EF4-FFF2-40B4-BE49-F238E27FC236}">
                <a16:creationId xmlns:a16="http://schemas.microsoft.com/office/drawing/2014/main" id="{A2CB5753-4999-9EA2-36A6-9296CA0CBA38}"/>
              </a:ext>
            </a:extLst>
          </p:cNvPr>
          <p:cNvSpPr>
            <a:spLocks noGrp="1"/>
          </p:cNvSpPr>
          <p:nvPr>
            <p:ph type="subTitle" idx="1"/>
          </p:nvPr>
        </p:nvSpPr>
        <p:spPr>
          <a:xfrm>
            <a:off x="1578043" y="3739764"/>
            <a:ext cx="5324405" cy="1198120"/>
          </a:xfrm>
        </p:spPr>
        <p:txBody>
          <a:bodyPr>
            <a:normAutofit/>
          </a:bodyPr>
          <a:lstStyle/>
          <a:p>
            <a:pPr algn="l"/>
            <a:r>
              <a:rPr lang="en-US" sz="2000" dirty="0">
                <a:solidFill>
                  <a:srgbClr val="FFFFFF"/>
                </a:solidFill>
              </a:rPr>
              <a:t>Based on 2017 edition</a:t>
            </a:r>
          </a:p>
        </p:txBody>
      </p:sp>
      <p:grpSp>
        <p:nvGrpSpPr>
          <p:cNvPr id="36" name="Group 35">
            <a:extLst>
              <a:ext uri="{FF2B5EF4-FFF2-40B4-BE49-F238E27FC236}">
                <a16:creationId xmlns:a16="http://schemas.microsoft.com/office/drawing/2014/main" id="{C6052961-5ADC-4465-9B95-E6D4A490D5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3696" y="1606411"/>
            <a:ext cx="465456" cy="581432"/>
            <a:chOff x="653696" y="1606411"/>
            <a:chExt cx="465456" cy="581432"/>
          </a:xfrm>
          <a:solidFill>
            <a:srgbClr val="FFFFFF"/>
          </a:solidFill>
        </p:grpSpPr>
        <p:sp>
          <p:nvSpPr>
            <p:cNvPr id="37"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grpFill/>
            <a:ln w="603" cap="flat">
              <a:noFill/>
              <a:prstDash val="solid"/>
              <a:miter/>
            </a:ln>
          </p:spPr>
          <p:txBody>
            <a:bodyPr rtlCol="0" anchor="ctr"/>
            <a:lstStyle/>
            <a:p>
              <a:endParaRPr lang="en-US" dirty="0">
                <a:solidFill>
                  <a:srgbClr val="FFFFFF"/>
                </a:solidFill>
              </a:endParaRPr>
            </a:p>
          </p:txBody>
        </p:sp>
        <p:sp>
          <p:nvSpPr>
            <p:cNvPr id="3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dirty="0">
                <a:solidFill>
                  <a:srgbClr val="FFFFFF"/>
                </a:solidFill>
              </a:endParaRPr>
            </a:p>
          </p:txBody>
        </p:sp>
        <p:sp>
          <p:nvSpPr>
            <p:cNvPr id="3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dirty="0">
                <a:solidFill>
                  <a:srgbClr val="FFFFFF"/>
                </a:solidFill>
              </a:endParaRPr>
            </a:p>
          </p:txBody>
        </p:sp>
      </p:grpSp>
      <p:cxnSp>
        <p:nvCxnSpPr>
          <p:cNvPr id="39" name="Straight Connector 3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Picture 4" descr="Close-up of a coin with a bird on it&#10;&#10;AI-generated content may be incorrect.">
            <a:extLst>
              <a:ext uri="{FF2B5EF4-FFF2-40B4-BE49-F238E27FC236}">
                <a16:creationId xmlns:a16="http://schemas.microsoft.com/office/drawing/2014/main" id="{0B57F659-7876-0FE6-0BBE-3CF5B6C12633}"/>
              </a:ext>
            </a:extLst>
          </p:cNvPr>
          <p:cNvPicPr>
            <a:picLocks noChangeAspect="1"/>
          </p:cNvPicPr>
          <p:nvPr/>
        </p:nvPicPr>
        <p:blipFill>
          <a:blip r:embed="rId2"/>
          <a:stretch>
            <a:fillRect/>
          </a:stretch>
        </p:blipFill>
        <p:spPr>
          <a:xfrm>
            <a:off x="7746463" y="540000"/>
            <a:ext cx="3813479" cy="5778000"/>
          </a:xfrm>
          <a:prstGeom prst="rect">
            <a:avLst/>
          </a:prstGeom>
        </p:spPr>
      </p:pic>
    </p:spTree>
    <p:extLst>
      <p:ext uri="{BB962C8B-B14F-4D97-AF65-F5344CB8AC3E}">
        <p14:creationId xmlns:p14="http://schemas.microsoft.com/office/powerpoint/2010/main" val="402350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C4E5AA-52F2-79E2-53BA-C646C810CEAD}"/>
            </a:ext>
          </a:extLst>
        </p:cNvPr>
        <p:cNvGrpSpPr/>
        <p:nvPr/>
      </p:nvGrpSpPr>
      <p:grpSpPr>
        <a:xfrm>
          <a:off x="0" y="0"/>
          <a:ext cx="0" cy="0"/>
          <a:chOff x="0" y="0"/>
          <a:chExt cx="0" cy="0"/>
        </a:xfrm>
      </p:grpSpPr>
      <p:sp useBgFill="1">
        <p:nvSpPr>
          <p:cNvPr id="117" name="Rectangle 116">
            <a:extLst>
              <a:ext uri="{FF2B5EF4-FFF2-40B4-BE49-F238E27FC236}">
                <a16:creationId xmlns:a16="http://schemas.microsoft.com/office/drawing/2014/main" id="{9E271BC3-393A-7C3D-2E7C-253C0BD4A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9" name="Freeform: Shape 118">
            <a:extLst>
              <a:ext uri="{FF2B5EF4-FFF2-40B4-BE49-F238E27FC236}">
                <a16:creationId xmlns:a16="http://schemas.microsoft.com/office/drawing/2014/main" id="{C0071FDA-AE62-8CA5-51F9-2A0B7E94D8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21" name="Freeform: Shape 120">
            <a:extLst>
              <a:ext uri="{FF2B5EF4-FFF2-40B4-BE49-F238E27FC236}">
                <a16:creationId xmlns:a16="http://schemas.microsoft.com/office/drawing/2014/main" id="{98EE7A66-53BF-3D1E-4D73-B23C52220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E8760A-E0E5-D961-E92C-E0E6464E1696}"/>
              </a:ext>
            </a:extLst>
          </p:cNvPr>
          <p:cNvSpPr>
            <a:spLocks noGrp="1"/>
          </p:cNvSpPr>
          <p:nvPr>
            <p:ph type="title"/>
          </p:nvPr>
        </p:nvSpPr>
        <p:spPr>
          <a:xfrm>
            <a:off x="621792" y="1161288"/>
            <a:ext cx="3602736" cy="4526280"/>
          </a:xfrm>
        </p:spPr>
        <p:txBody>
          <a:bodyPr>
            <a:normAutofit/>
          </a:bodyPr>
          <a:lstStyle/>
          <a:p>
            <a:r>
              <a:rPr lang="en-US" sz="4000" dirty="0"/>
              <a:t>Chapters</a:t>
            </a:r>
          </a:p>
        </p:txBody>
      </p:sp>
      <p:sp>
        <p:nvSpPr>
          <p:cNvPr id="123" name="Rectangle 122">
            <a:extLst>
              <a:ext uri="{FF2B5EF4-FFF2-40B4-BE49-F238E27FC236}">
                <a16:creationId xmlns:a16="http://schemas.microsoft.com/office/drawing/2014/main" id="{B3A313D7-653F-A467-9F1B-EA67A5731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113" name="Content Placeholder 8">
            <a:extLst>
              <a:ext uri="{FF2B5EF4-FFF2-40B4-BE49-F238E27FC236}">
                <a16:creationId xmlns:a16="http://schemas.microsoft.com/office/drawing/2014/main" id="{C9AD1D8B-359B-3FDB-997C-1B064B4ECF48}"/>
              </a:ext>
            </a:extLst>
          </p:cNvPr>
          <p:cNvGraphicFramePr>
            <a:graphicFrameLocks noGrp="1"/>
          </p:cNvGraphicFramePr>
          <p:nvPr>
            <p:ph idx="1"/>
            <p:extLst>
              <p:ext uri="{D42A27DB-BD31-4B8C-83A1-F6EECF244321}">
                <p14:modId xmlns:p14="http://schemas.microsoft.com/office/powerpoint/2010/main" val="6424616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1037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A566E-6079-939C-6803-10F137F10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494B8-052A-F2BB-B454-D6636251CBA1}"/>
              </a:ext>
            </a:extLst>
          </p:cNvPr>
          <p:cNvSpPr>
            <a:spLocks noGrp="1"/>
          </p:cNvSpPr>
          <p:nvPr>
            <p:ph type="title"/>
          </p:nvPr>
        </p:nvSpPr>
        <p:spPr>
          <a:xfrm>
            <a:off x="621792" y="1161288"/>
            <a:ext cx="3602736" cy="4526280"/>
          </a:xfrm>
        </p:spPr>
        <p:txBody>
          <a:bodyPr>
            <a:normAutofit/>
          </a:bodyPr>
          <a:lstStyle/>
          <a:p>
            <a:r>
              <a:rPr lang="en-US" sz="4000" dirty="0"/>
              <a:t>Session 1 Agenda</a:t>
            </a:r>
          </a:p>
        </p:txBody>
      </p:sp>
      <p:graphicFrame>
        <p:nvGraphicFramePr>
          <p:cNvPr id="113" name="Content Placeholder 8">
            <a:extLst>
              <a:ext uri="{FF2B5EF4-FFF2-40B4-BE49-F238E27FC236}">
                <a16:creationId xmlns:a16="http://schemas.microsoft.com/office/drawing/2014/main" id="{1E6326D6-12B2-E79A-A1FC-8BAD4B50D0E7}"/>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7527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9B0E22-D548-9B62-3A07-69B27C523689}"/>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Introduction</a:t>
            </a:r>
          </a:p>
        </p:txBody>
      </p:sp>
      <p:graphicFrame>
        <p:nvGraphicFramePr>
          <p:cNvPr id="21" name="Content Placeholder 2">
            <a:extLst>
              <a:ext uri="{FF2B5EF4-FFF2-40B4-BE49-F238E27FC236}">
                <a16:creationId xmlns:a16="http://schemas.microsoft.com/office/drawing/2014/main" id="{C2792A6A-4297-8B99-EA90-F738A542C077}"/>
              </a:ext>
            </a:extLst>
          </p:cNvPr>
          <p:cNvGraphicFramePr>
            <a:graphicFrameLocks noGrp="1"/>
          </p:cNvGraphicFramePr>
          <p:nvPr>
            <p:ph idx="1"/>
            <p:extLst>
              <p:ext uri="{D42A27DB-BD31-4B8C-83A1-F6EECF244321}">
                <p14:modId xmlns:p14="http://schemas.microsoft.com/office/powerpoint/2010/main" val="332113861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2916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791CC0-07C6-4389-7592-003E492CE3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1">
            <a:extLst>
              <a:ext uri="{FF2B5EF4-FFF2-40B4-BE49-F238E27FC236}">
                <a16:creationId xmlns:a16="http://schemas.microsoft.com/office/drawing/2014/main" id="{7C9663AC-6A03-7D65-FD36-FB5825F8E2BA}"/>
              </a:ext>
            </a:extLst>
          </p:cNvPr>
          <p:cNvSpPr>
            <a:spLocks noGrp="1"/>
          </p:cNvSpPr>
          <p:nvPr>
            <p:ph type="title"/>
          </p:nvPr>
        </p:nvSpPr>
        <p:spPr>
          <a:xfrm>
            <a:off x="1301261" y="590062"/>
            <a:ext cx="5409655" cy="2838938"/>
          </a:xfrm>
        </p:spPr>
        <p:txBody>
          <a:bodyPr vert="horz" lIns="91440" tIns="45720" rIns="91440" bIns="45720" rtlCol="0" anchor="b">
            <a:normAutofit/>
          </a:bodyPr>
          <a:lstStyle/>
          <a:p>
            <a:r>
              <a:rPr lang="en-US" sz="5600" kern="1200" dirty="0">
                <a:solidFill>
                  <a:srgbClr val="FFFFFF"/>
                </a:solidFill>
                <a:latin typeface="+mj-lt"/>
                <a:ea typeface="+mj-ea"/>
                <a:cs typeface="+mj-cs"/>
              </a:rPr>
              <a:t>Payments Systems Overview</a:t>
            </a:r>
          </a:p>
        </p:txBody>
      </p:sp>
      <p:sp>
        <p:nvSpPr>
          <p:cNvPr id="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dirty="0">
              <a:solidFill>
                <a:srgbClr val="FFFFFF"/>
              </a:solidFill>
            </a:endParaRPr>
          </a:p>
        </p:txBody>
      </p:sp>
      <p:sp>
        <p:nvSpPr>
          <p:cNvPr id="6"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dirty="0">
              <a:solidFill>
                <a:srgbClr val="FFFFFF"/>
              </a:solidFill>
            </a:endParaRPr>
          </a:p>
        </p:txBody>
      </p:sp>
      <p:sp>
        <p:nvSpPr>
          <p:cNvPr id="8"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dirty="0">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466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7F2057-62FF-29B8-B314-13C1669EF7B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6BCA5AD-A68A-6AF5-60AC-B09C843C60C5}"/>
              </a:ext>
            </a:extLst>
          </p:cNvPr>
          <p:cNvPicPr>
            <a:picLocks noChangeAspect="1"/>
          </p:cNvPicPr>
          <p:nvPr/>
        </p:nvPicPr>
        <p:blipFill>
          <a:blip r:embed="rId2">
            <a:duotone>
              <a:schemeClr val="bg2">
                <a:shade val="45000"/>
                <a:satMod val="135000"/>
              </a:schemeClr>
              <a:prstClr val="white"/>
            </a:duotone>
          </a:blip>
          <a:srcRect t="9091" r="9091"/>
          <a:stretch>
            <a:fillRect/>
          </a:stretch>
        </p:blipFill>
        <p:spPr>
          <a:xfrm>
            <a:off x="20" y="10"/>
            <a:ext cx="12191980" cy="6857990"/>
          </a:xfrm>
          <a:prstGeom prst="rect">
            <a:avLst/>
          </a:prstGeom>
        </p:spPr>
      </p:pic>
      <p:sp>
        <p:nvSpPr>
          <p:cNvPr id="24" name="Rectangle 2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7F0FBC4-5FF3-BEC4-6D02-7CF10AEB5B4E}"/>
              </a:ext>
            </a:extLst>
          </p:cNvPr>
          <p:cNvSpPr>
            <a:spLocks noGrp="1"/>
          </p:cNvSpPr>
          <p:nvPr>
            <p:ph type="title"/>
          </p:nvPr>
        </p:nvSpPr>
        <p:spPr>
          <a:xfrm>
            <a:off x="838200" y="365125"/>
            <a:ext cx="10515600" cy="1325563"/>
          </a:xfrm>
        </p:spPr>
        <p:txBody>
          <a:bodyPr>
            <a:normAutofit/>
          </a:bodyPr>
          <a:lstStyle/>
          <a:p>
            <a:r>
              <a:rPr lang="en-US" dirty="0"/>
              <a:t>Payments System Models</a:t>
            </a:r>
          </a:p>
        </p:txBody>
      </p:sp>
      <p:graphicFrame>
        <p:nvGraphicFramePr>
          <p:cNvPr id="11" name="Content Placeholder 6">
            <a:extLst>
              <a:ext uri="{FF2B5EF4-FFF2-40B4-BE49-F238E27FC236}">
                <a16:creationId xmlns:a16="http://schemas.microsoft.com/office/drawing/2014/main" id="{DAA15E32-6A0B-25A0-9321-E3298DCEE9C8}"/>
              </a:ext>
            </a:extLst>
          </p:cNvPr>
          <p:cNvGraphicFramePr>
            <a:graphicFrameLocks noGrp="1"/>
          </p:cNvGraphicFramePr>
          <p:nvPr>
            <p:ph idx="1"/>
            <p:extLst>
              <p:ext uri="{D42A27DB-BD31-4B8C-83A1-F6EECF244321}">
                <p14:modId xmlns:p14="http://schemas.microsoft.com/office/powerpoint/2010/main" val="26880763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717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0B33-3FAE-9A39-CE5E-C78B481531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A286ED-2A62-B1C3-DF0A-DE376FBFA505}"/>
              </a:ext>
            </a:extLst>
          </p:cNvPr>
          <p:cNvSpPr>
            <a:spLocks noGrp="1"/>
          </p:cNvSpPr>
          <p:nvPr>
            <p:ph type="title"/>
          </p:nvPr>
        </p:nvSpPr>
        <p:spPr>
          <a:xfrm>
            <a:off x="838200" y="36360"/>
            <a:ext cx="10515600" cy="1325563"/>
          </a:xfrm>
        </p:spPr>
        <p:txBody>
          <a:bodyPr/>
          <a:lstStyle/>
          <a:p>
            <a:r>
              <a:rPr lang="en-US" dirty="0"/>
              <a:t>Core Payment Systems in the US (1/2)</a:t>
            </a:r>
          </a:p>
        </p:txBody>
      </p:sp>
      <p:graphicFrame>
        <p:nvGraphicFramePr>
          <p:cNvPr id="10" name="Table 9">
            <a:extLst>
              <a:ext uri="{FF2B5EF4-FFF2-40B4-BE49-F238E27FC236}">
                <a16:creationId xmlns:a16="http://schemas.microsoft.com/office/drawing/2014/main" id="{E970EBE0-DF89-4063-BAB9-505E398BAA29}"/>
              </a:ext>
            </a:extLst>
          </p:cNvPr>
          <p:cNvGraphicFramePr>
            <a:graphicFrameLocks noGrp="1"/>
          </p:cNvGraphicFramePr>
          <p:nvPr>
            <p:extLst>
              <p:ext uri="{D42A27DB-BD31-4B8C-83A1-F6EECF244321}">
                <p14:modId xmlns:p14="http://schemas.microsoft.com/office/powerpoint/2010/main" val="3594606563"/>
              </p:ext>
            </p:extLst>
          </p:nvPr>
        </p:nvGraphicFramePr>
        <p:xfrm>
          <a:off x="551542" y="1012371"/>
          <a:ext cx="11172372" cy="5225143"/>
        </p:xfrm>
        <a:graphic>
          <a:graphicData uri="http://schemas.openxmlformats.org/drawingml/2006/table">
            <a:tbl>
              <a:tblPr firstRow="1" bandRow="1">
                <a:tableStyleId>{69CF1AB2-1976-4502-BF36-3FF5EA218861}</a:tableStyleId>
              </a:tblPr>
              <a:tblGrid>
                <a:gridCol w="1451429">
                  <a:extLst>
                    <a:ext uri="{9D8B030D-6E8A-4147-A177-3AD203B41FA5}">
                      <a16:colId xmlns:a16="http://schemas.microsoft.com/office/drawing/2014/main" val="1964500414"/>
                    </a:ext>
                  </a:extLst>
                </a:gridCol>
                <a:gridCol w="2272695">
                  <a:extLst>
                    <a:ext uri="{9D8B030D-6E8A-4147-A177-3AD203B41FA5}">
                      <a16:colId xmlns:a16="http://schemas.microsoft.com/office/drawing/2014/main" val="3168106717"/>
                    </a:ext>
                  </a:extLst>
                </a:gridCol>
                <a:gridCol w="1862062">
                  <a:extLst>
                    <a:ext uri="{9D8B030D-6E8A-4147-A177-3AD203B41FA5}">
                      <a16:colId xmlns:a16="http://schemas.microsoft.com/office/drawing/2014/main" val="2989996663"/>
                    </a:ext>
                  </a:extLst>
                </a:gridCol>
                <a:gridCol w="2331358">
                  <a:extLst>
                    <a:ext uri="{9D8B030D-6E8A-4147-A177-3AD203B41FA5}">
                      <a16:colId xmlns:a16="http://schemas.microsoft.com/office/drawing/2014/main" val="2553046112"/>
                    </a:ext>
                  </a:extLst>
                </a:gridCol>
                <a:gridCol w="1676400">
                  <a:extLst>
                    <a:ext uri="{9D8B030D-6E8A-4147-A177-3AD203B41FA5}">
                      <a16:colId xmlns:a16="http://schemas.microsoft.com/office/drawing/2014/main" val="1753709243"/>
                    </a:ext>
                  </a:extLst>
                </a:gridCol>
                <a:gridCol w="1578428">
                  <a:extLst>
                    <a:ext uri="{9D8B030D-6E8A-4147-A177-3AD203B41FA5}">
                      <a16:colId xmlns:a16="http://schemas.microsoft.com/office/drawing/2014/main" val="2303893483"/>
                    </a:ext>
                  </a:extLst>
                </a:gridCol>
              </a:tblGrid>
              <a:tr h="982907">
                <a:tc>
                  <a:txBody>
                    <a:bodyPr/>
                    <a:lstStyle/>
                    <a:p>
                      <a:pPr>
                        <a:buNone/>
                      </a:pPr>
                      <a:r>
                        <a:rPr lang="en-US" sz="1200" b="1" dirty="0">
                          <a:effectLst/>
                        </a:rPr>
                        <a:t>Payment System</a:t>
                      </a:r>
                      <a:endParaRPr lang="en-US" sz="1200" dirty="0">
                        <a:effectLst/>
                      </a:endParaRPr>
                    </a:p>
                  </a:txBody>
                  <a:tcPr marL="11954" marR="11954" marT="5977" marB="5977" anchor="ctr"/>
                </a:tc>
                <a:tc>
                  <a:txBody>
                    <a:bodyPr/>
                    <a:lstStyle/>
                    <a:p>
                      <a:pPr>
                        <a:buNone/>
                      </a:pPr>
                      <a:r>
                        <a:rPr lang="en-US" sz="1200" b="1" dirty="0">
                          <a:effectLst/>
                        </a:rPr>
                        <a:t>Key Participants</a:t>
                      </a:r>
                      <a:r>
                        <a:rPr lang="en-US" sz="1200" dirty="0">
                          <a:effectLst/>
                        </a:rPr>
                        <a:t> (Payer, Payee &amp; Intermediaries)</a:t>
                      </a:r>
                    </a:p>
                  </a:txBody>
                  <a:tcPr marL="11954" marR="11954" marT="5977" marB="5977" anchor="ctr"/>
                </a:tc>
                <a:tc>
                  <a:txBody>
                    <a:bodyPr/>
                    <a:lstStyle/>
                    <a:p>
                      <a:pPr>
                        <a:buNone/>
                      </a:pPr>
                      <a:r>
                        <a:rPr lang="en-US" sz="1200" b="1" dirty="0">
                          <a:effectLst/>
                        </a:rPr>
                        <a:t>Governance/Control</a:t>
                      </a:r>
                      <a:r>
                        <a:rPr lang="en-US" sz="1200" dirty="0">
                          <a:effectLst/>
                        </a:rPr>
                        <a:t> (Operator &amp; Oversight)</a:t>
                      </a:r>
                    </a:p>
                  </a:txBody>
                  <a:tcPr marL="11954" marR="11954" marT="5977" marB="5977" anchor="ctr"/>
                </a:tc>
                <a:tc>
                  <a:txBody>
                    <a:bodyPr/>
                    <a:lstStyle/>
                    <a:p>
                      <a:pPr>
                        <a:buNone/>
                      </a:pPr>
                      <a:r>
                        <a:rPr lang="en-US" sz="1200" b="1" dirty="0">
                          <a:effectLst/>
                        </a:rPr>
                        <a:t>Revenue Model</a:t>
                      </a:r>
                      <a:r>
                        <a:rPr lang="en-US" sz="1200" dirty="0">
                          <a:effectLst/>
                        </a:rPr>
                        <a:t> (Fees/Income)</a:t>
                      </a:r>
                    </a:p>
                  </a:txBody>
                  <a:tcPr marL="11954" marR="11954" marT="5977" marB="5977" anchor="ctr"/>
                </a:tc>
                <a:tc>
                  <a:txBody>
                    <a:bodyPr/>
                    <a:lstStyle/>
                    <a:p>
                      <a:pPr>
                        <a:buNone/>
                      </a:pPr>
                      <a:r>
                        <a:rPr lang="en-US" sz="1200" b="1" dirty="0">
                          <a:effectLst/>
                        </a:rPr>
                        <a:t>Annual Volume (Transactions)</a:t>
                      </a:r>
                      <a:endParaRPr lang="en-US" sz="1200" dirty="0">
                        <a:effectLst/>
                      </a:endParaRPr>
                    </a:p>
                  </a:txBody>
                  <a:tcPr marL="11954" marR="11954" marT="5977" marB="5977" anchor="ctr"/>
                </a:tc>
                <a:tc>
                  <a:txBody>
                    <a:bodyPr/>
                    <a:lstStyle/>
                    <a:p>
                      <a:pPr>
                        <a:buNone/>
                      </a:pPr>
                      <a:r>
                        <a:rPr lang="en-US" sz="1200" b="1" dirty="0">
                          <a:effectLst/>
                        </a:rPr>
                        <a:t>Annual Value (Dollar Amount)</a:t>
                      </a:r>
                      <a:endParaRPr lang="en-US" sz="1200" dirty="0">
                        <a:effectLst/>
                      </a:endParaRPr>
                    </a:p>
                  </a:txBody>
                  <a:tcPr marL="11954" marR="11954" marT="5977" marB="5977" anchor="ctr"/>
                </a:tc>
                <a:extLst>
                  <a:ext uri="{0D108BD9-81ED-4DB2-BD59-A6C34878D82A}">
                    <a16:rowId xmlns:a16="http://schemas.microsoft.com/office/drawing/2014/main" val="3595585927"/>
                  </a:ext>
                </a:extLst>
              </a:tr>
              <a:tr h="1344605">
                <a:tc>
                  <a:txBody>
                    <a:bodyPr/>
                    <a:lstStyle/>
                    <a:p>
                      <a:pPr>
                        <a:buNone/>
                      </a:pPr>
                      <a:r>
                        <a:rPr lang="en-US" sz="1200" dirty="0">
                          <a:effectLst/>
                        </a:rPr>
                        <a:t>Cash</a:t>
                      </a:r>
                    </a:p>
                    <a:p>
                      <a:pPr>
                        <a:buNone/>
                      </a:pPr>
                      <a:r>
                        <a:rPr lang="en-US" sz="1200" dirty="0">
                          <a:effectLst/>
                        </a:rPr>
                        <a:t>Ex: U.S. Dollar</a:t>
                      </a:r>
                    </a:p>
                  </a:txBody>
                  <a:tcPr marL="11954" marR="11954" marT="5977" marB="5977" anchor="ctr"/>
                </a:tc>
                <a:tc>
                  <a:txBody>
                    <a:bodyPr/>
                    <a:lstStyle/>
                    <a:p>
                      <a:pPr>
                        <a:buNone/>
                      </a:pPr>
                      <a:r>
                        <a:rPr lang="en-US" sz="1200" dirty="0">
                          <a:effectLst/>
                        </a:rPr>
                        <a:t>Individuals/consumers, businesses (as payers/recipients); banks for distribution (ATMs, branches); U.S. Treasury &amp; Federal Reserve (issuers)</a:t>
                      </a:r>
                    </a:p>
                  </a:txBody>
                  <a:tcPr marL="11954" marR="11954" marT="5977" marB="5977" anchor="ctr"/>
                </a:tc>
                <a:tc>
                  <a:txBody>
                    <a:bodyPr/>
                    <a:lstStyle/>
                    <a:p>
                      <a:pPr>
                        <a:buNone/>
                      </a:pPr>
                      <a:r>
                        <a:rPr lang="en-US" sz="1200" dirty="0">
                          <a:effectLst/>
                        </a:rPr>
                        <a:t>Publicly issued currency controlled by the </a:t>
                      </a:r>
                      <a:r>
                        <a:rPr lang="en-US" sz="1200" b="1" dirty="0">
                          <a:effectLst/>
                        </a:rPr>
                        <a:t>Federal Reserve</a:t>
                      </a:r>
                      <a:r>
                        <a:rPr lang="en-US" sz="1200" dirty="0">
                          <a:effectLst/>
                        </a:rPr>
                        <a:t> and U.S. Treasury</a:t>
                      </a:r>
                    </a:p>
                  </a:txBody>
                  <a:tcPr marL="11954" marR="11954" marT="5977" marB="5977" anchor="ctr"/>
                </a:tc>
                <a:tc>
                  <a:txBody>
                    <a:bodyPr/>
                    <a:lstStyle/>
                    <a:p>
                      <a:pPr>
                        <a:buNone/>
                      </a:pPr>
                      <a:r>
                        <a:rPr lang="en-US" sz="1200" b="1" dirty="0">
                          <a:effectLst/>
                        </a:rPr>
                        <a:t>Cost</a:t>
                      </a:r>
                      <a:r>
                        <a:rPr lang="en-US" sz="1200" dirty="0">
                          <a:effectLst/>
                        </a:rPr>
                        <a:t> borne by government; No interchange fees for usage.</a:t>
                      </a:r>
                    </a:p>
                  </a:txBody>
                  <a:tcPr marL="11954" marR="11954" marT="5977" marB="5977" anchor="ctr"/>
                </a:tc>
                <a:tc>
                  <a:txBody>
                    <a:bodyPr/>
                    <a:lstStyle/>
                    <a:p>
                      <a:pPr>
                        <a:buNone/>
                      </a:pPr>
                      <a:r>
                        <a:rPr lang="en-US" sz="1200" dirty="0">
                          <a:effectLst/>
                        </a:rPr>
                        <a:t>~20% of consumer payment transactions count (2021)</a:t>
                      </a:r>
                    </a:p>
                  </a:txBody>
                  <a:tcPr marL="11954" marR="11954" marT="5977" marB="5977" anchor="ctr"/>
                </a:tc>
                <a:tc>
                  <a:txBody>
                    <a:bodyPr/>
                    <a:lstStyle/>
                    <a:p>
                      <a:pPr>
                        <a:buNone/>
                      </a:pPr>
                      <a:r>
                        <a:rPr lang="en-US" sz="1200" b="1" dirty="0">
                          <a:effectLst/>
                        </a:rPr>
                        <a:t>~6% of </a:t>
                      </a:r>
                      <a:r>
                        <a:rPr lang="en-US" sz="1200" dirty="0">
                          <a:effectLst/>
                        </a:rPr>
                        <a:t>U.S. consumer payment value (2021)</a:t>
                      </a:r>
                    </a:p>
                  </a:txBody>
                  <a:tcPr marL="11954" marR="11954" marT="5977" marB="5977" anchor="ctr"/>
                </a:tc>
                <a:extLst>
                  <a:ext uri="{0D108BD9-81ED-4DB2-BD59-A6C34878D82A}">
                    <a16:rowId xmlns:a16="http://schemas.microsoft.com/office/drawing/2014/main" val="1532806809"/>
                  </a:ext>
                </a:extLst>
              </a:tr>
              <a:tr h="1553026">
                <a:tc>
                  <a:txBody>
                    <a:bodyPr/>
                    <a:lstStyle/>
                    <a:p>
                      <a:pPr>
                        <a:buNone/>
                      </a:pPr>
                      <a:r>
                        <a:rPr lang="en-US" sz="1200" dirty="0">
                          <a:effectLst/>
                        </a:rPr>
                        <a:t>Checks</a:t>
                      </a:r>
                    </a:p>
                    <a:p>
                      <a:pPr>
                        <a:buNone/>
                      </a:pPr>
                      <a:endParaRPr lang="en-US" sz="1200" dirty="0">
                        <a:effectLst/>
                      </a:endParaRPr>
                    </a:p>
                    <a:p>
                      <a:pPr>
                        <a:buNone/>
                      </a:pPr>
                      <a:r>
                        <a:rPr lang="en-US" sz="1200" dirty="0">
                          <a:effectLst/>
                        </a:rPr>
                        <a:t>Ex: Bank Checks (Fed &amp; Clearing House)</a:t>
                      </a:r>
                    </a:p>
                  </a:txBody>
                  <a:tcPr marL="11954" marR="11954" marT="5977" marB="5977" anchor="ctr"/>
                </a:tc>
                <a:tc>
                  <a:txBody>
                    <a:bodyPr/>
                    <a:lstStyle/>
                    <a:p>
                      <a:pPr>
                        <a:buNone/>
                      </a:pPr>
                      <a:r>
                        <a:rPr lang="en-US" sz="1200" dirty="0">
                          <a:effectLst/>
                        </a:rPr>
                        <a:t>Payer (writes check) and payee (recipient); both parties’ banks (payor’s bank and payee’s bank); interbank clearing intermediaries (Federal Reserve or private clearing houses) for settlement.</a:t>
                      </a:r>
                    </a:p>
                  </a:txBody>
                  <a:tcPr marL="11954" marR="11954" marT="5977" marB="5977" anchor="ctr"/>
                </a:tc>
                <a:tc>
                  <a:txBody>
                    <a:bodyPr/>
                    <a:lstStyle/>
                    <a:p>
                      <a:pPr>
                        <a:buNone/>
                      </a:pPr>
                      <a:r>
                        <a:rPr lang="en-US" sz="1200" dirty="0">
                          <a:effectLst/>
                        </a:rPr>
                        <a:t>Decentralized banking system: </a:t>
                      </a:r>
                      <a:r>
                        <a:rPr lang="en-US" sz="1200" b="1" dirty="0">
                          <a:effectLst/>
                        </a:rPr>
                        <a:t>Federal Reserve</a:t>
                      </a:r>
                      <a:r>
                        <a:rPr lang="en-US" sz="1200" dirty="0">
                          <a:effectLst/>
                        </a:rPr>
                        <a:t> and clearing houses provide check clearing services under U.S. regulations</a:t>
                      </a:r>
                    </a:p>
                  </a:txBody>
                  <a:tcPr marL="11954" marR="11954" marT="5977" marB="5977" anchor="ctr"/>
                </a:tc>
                <a:tc>
                  <a:txBody>
                    <a:bodyPr/>
                    <a:lstStyle/>
                    <a:p>
                      <a:pPr>
                        <a:buNone/>
                      </a:pPr>
                      <a:r>
                        <a:rPr lang="en-US" sz="1200" b="1" dirty="0">
                          <a:effectLst/>
                        </a:rPr>
                        <a:t>Bank fees</a:t>
                      </a:r>
                      <a:r>
                        <a:rPr lang="en-US" sz="1200" dirty="0">
                          <a:effectLst/>
                        </a:rPr>
                        <a:t> (e.g., account maintenance or per-check fees) fund the service; Federal Reserve charges banks modest fees for clearing checks (cost recovery basis) No merchant interchange fees.</a:t>
                      </a:r>
                    </a:p>
                  </a:txBody>
                  <a:tcPr marL="11954" marR="11954" marT="5977" marB="5977" anchor="ctr"/>
                </a:tc>
                <a:tc>
                  <a:txBody>
                    <a:bodyPr/>
                    <a:lstStyle/>
                    <a:p>
                      <a:pPr>
                        <a:buNone/>
                      </a:pPr>
                      <a:r>
                        <a:rPr lang="en-US" sz="1200" dirty="0">
                          <a:effectLst/>
                        </a:rPr>
                        <a:t>~</a:t>
                      </a:r>
                      <a:r>
                        <a:rPr lang="en-US" sz="1200" b="1" dirty="0">
                          <a:effectLst/>
                        </a:rPr>
                        <a:t>14.5 billion</a:t>
                      </a:r>
                      <a:r>
                        <a:rPr lang="en-US" sz="1200" dirty="0">
                          <a:effectLst/>
                        </a:rPr>
                        <a:t> (2018) (check usage declining ~7% annually over two decades).</a:t>
                      </a:r>
                    </a:p>
                  </a:txBody>
                  <a:tcPr marL="11954" marR="11954" marT="5977" marB="5977" anchor="ctr"/>
                </a:tc>
                <a:tc>
                  <a:txBody>
                    <a:bodyPr/>
                    <a:lstStyle/>
                    <a:p>
                      <a:pPr>
                        <a:buNone/>
                      </a:pPr>
                      <a:r>
                        <a:rPr lang="en-US" sz="1200" dirty="0">
                          <a:effectLst/>
                        </a:rPr>
                        <a:t>~</a:t>
                      </a:r>
                      <a:r>
                        <a:rPr lang="en-US" sz="1200" b="1" dirty="0">
                          <a:effectLst/>
                        </a:rPr>
                        <a:t>$25 trillion</a:t>
                      </a:r>
                      <a:r>
                        <a:rPr lang="en-US" sz="1200" dirty="0">
                          <a:effectLst/>
                        </a:rPr>
                        <a:t> (2018)</a:t>
                      </a:r>
                    </a:p>
                  </a:txBody>
                  <a:tcPr marL="11954" marR="11954" marT="5977" marB="5977" anchor="ctr"/>
                </a:tc>
                <a:extLst>
                  <a:ext uri="{0D108BD9-81ED-4DB2-BD59-A6C34878D82A}">
                    <a16:rowId xmlns:a16="http://schemas.microsoft.com/office/drawing/2014/main" val="2936236728"/>
                  </a:ext>
                </a:extLst>
              </a:tr>
              <a:tr h="1344605">
                <a:tc>
                  <a:txBody>
                    <a:bodyPr/>
                    <a:lstStyle/>
                    <a:p>
                      <a:pPr>
                        <a:buNone/>
                      </a:pPr>
                      <a:r>
                        <a:rPr lang="en-US" sz="1200" dirty="0">
                          <a:effectLst/>
                        </a:rPr>
                        <a:t>Cards</a:t>
                      </a:r>
                    </a:p>
                    <a:p>
                      <a:pPr>
                        <a:buNone/>
                      </a:pPr>
                      <a:endParaRPr lang="en-US" sz="1200" dirty="0">
                        <a:effectLst/>
                      </a:endParaRPr>
                    </a:p>
                    <a:p>
                      <a:pPr>
                        <a:buNone/>
                      </a:pPr>
                      <a:r>
                        <a:rPr lang="en-US" sz="1200" dirty="0">
                          <a:effectLst/>
                        </a:rPr>
                        <a:t>Ex: Visa Network (Card Associations)</a:t>
                      </a:r>
                    </a:p>
                  </a:txBody>
                  <a:tcPr marL="11954" marR="11954" marT="5977" marB="5977" anchor="ctr"/>
                </a:tc>
                <a:tc>
                  <a:txBody>
                    <a:bodyPr/>
                    <a:lstStyle/>
                    <a:p>
                      <a:pPr>
                        <a:buNone/>
                      </a:pPr>
                      <a:r>
                        <a:rPr lang="en-US" sz="1200" dirty="0">
                          <a:effectLst/>
                        </a:rPr>
                        <a:t>Cardholders (consumers); </a:t>
                      </a:r>
                      <a:r>
                        <a:rPr lang="en-US" sz="1200" b="1" dirty="0">
                          <a:effectLst/>
                        </a:rPr>
                        <a:t>merchants</a:t>
                      </a:r>
                      <a:r>
                        <a:rPr lang="en-US" sz="1200" dirty="0">
                          <a:effectLst/>
                        </a:rPr>
                        <a:t>; issuing banks (card issuers); acquiring banks (merchant banks); </a:t>
                      </a:r>
                      <a:r>
                        <a:rPr lang="en-US" sz="1200" b="1" dirty="0">
                          <a:effectLst/>
                        </a:rPr>
                        <a:t>card network</a:t>
                      </a:r>
                      <a:r>
                        <a:rPr lang="en-US" sz="1200" dirty="0">
                          <a:effectLst/>
                        </a:rPr>
                        <a:t> (e.g. Visa, MasterCard); payment processors.</a:t>
                      </a:r>
                    </a:p>
                  </a:txBody>
                  <a:tcPr marL="11954" marR="11954" marT="5977" marB="5977" anchor="ctr"/>
                </a:tc>
                <a:tc>
                  <a:txBody>
                    <a:bodyPr/>
                    <a:lstStyle/>
                    <a:p>
                      <a:pPr>
                        <a:buNone/>
                      </a:pPr>
                      <a:r>
                        <a:rPr lang="en-US" sz="1200" dirty="0">
                          <a:effectLst/>
                        </a:rPr>
                        <a:t>Privately run </a:t>
                      </a:r>
                      <a:r>
                        <a:rPr lang="en-US" sz="1200" b="1" dirty="0">
                          <a:effectLst/>
                        </a:rPr>
                        <a:t>card networks</a:t>
                      </a:r>
                      <a:r>
                        <a:rPr lang="en-US" sz="1200" dirty="0">
                          <a:effectLst/>
                        </a:rPr>
                        <a:t> set operating rules subject to federal regulations</a:t>
                      </a:r>
                    </a:p>
                  </a:txBody>
                  <a:tcPr marL="11954" marR="11954" marT="5977" marB="5977" anchor="ctr"/>
                </a:tc>
                <a:tc>
                  <a:txBody>
                    <a:bodyPr/>
                    <a:lstStyle/>
                    <a:p>
                      <a:pPr>
                        <a:buNone/>
                      </a:pPr>
                      <a:r>
                        <a:rPr lang="en-US" sz="1200" b="1" dirty="0">
                          <a:effectLst/>
                        </a:rPr>
                        <a:t>Fee-based model</a:t>
                      </a:r>
                      <a:r>
                        <a:rPr lang="en-US" sz="1200" dirty="0">
                          <a:effectLst/>
                        </a:rPr>
                        <a:t>: Merchants pay a </a:t>
                      </a:r>
                      <a:r>
                        <a:rPr lang="en-US" sz="1200" b="1" dirty="0">
                          <a:effectLst/>
                        </a:rPr>
                        <a:t>merchant discount fee</a:t>
                      </a:r>
                      <a:r>
                        <a:rPr lang="en-US" sz="1200" dirty="0">
                          <a:effectLst/>
                        </a:rPr>
                        <a:t> per transaction, which includes an </a:t>
                      </a:r>
                      <a:r>
                        <a:rPr lang="en-US" sz="1200" i="1" dirty="0">
                          <a:effectLst/>
                        </a:rPr>
                        <a:t>interchange fee</a:t>
                      </a:r>
                      <a:r>
                        <a:rPr lang="en-US" sz="1200" dirty="0">
                          <a:effectLst/>
                        </a:rPr>
                        <a:t> (to issuing bank) and network fees</a:t>
                      </a:r>
                    </a:p>
                  </a:txBody>
                  <a:tcPr marL="11954" marR="11954" marT="5977" marB="5977" anchor="ctr"/>
                </a:tc>
                <a:tc>
                  <a:txBody>
                    <a:bodyPr/>
                    <a:lstStyle/>
                    <a:p>
                      <a:pPr>
                        <a:buNone/>
                      </a:pPr>
                      <a:r>
                        <a:rPr lang="en-US" sz="1200" b="1" dirty="0">
                          <a:effectLst/>
                        </a:rPr>
                        <a:t>131.2 billion</a:t>
                      </a:r>
                      <a:r>
                        <a:rPr lang="en-US" sz="1200" dirty="0">
                          <a:effectLst/>
                        </a:rPr>
                        <a:t> (2018)</a:t>
                      </a:r>
                    </a:p>
                    <a:p>
                      <a:pPr>
                        <a:buNone/>
                      </a:pPr>
                      <a:r>
                        <a:rPr lang="en-US" sz="1200" dirty="0">
                          <a:effectLst/>
                        </a:rPr>
                        <a:t> (largest payment volume; includes credit, debit, and prepaid card transactions).</a:t>
                      </a:r>
                    </a:p>
                  </a:txBody>
                  <a:tcPr marL="11954" marR="11954" marT="5977" marB="5977" anchor="ctr"/>
                </a:tc>
                <a:tc>
                  <a:txBody>
                    <a:bodyPr/>
                    <a:lstStyle/>
                    <a:p>
                      <a:pPr>
                        <a:buNone/>
                      </a:pPr>
                      <a:r>
                        <a:rPr lang="en-US" sz="1200" b="1" dirty="0">
                          <a:effectLst/>
                        </a:rPr>
                        <a:t>$7.08 trillion</a:t>
                      </a:r>
                      <a:r>
                        <a:rPr lang="en-US" sz="1200" dirty="0">
                          <a:effectLst/>
                        </a:rPr>
                        <a:t> (2018) </a:t>
                      </a:r>
                    </a:p>
                    <a:p>
                      <a:pPr>
                        <a:buNone/>
                      </a:pPr>
                      <a:r>
                        <a:rPr lang="en-US" sz="1200" dirty="0">
                          <a:effectLst/>
                        </a:rPr>
                        <a:t>value per transaction is lower on average than check or wire).</a:t>
                      </a:r>
                    </a:p>
                  </a:txBody>
                  <a:tcPr marL="11954" marR="11954" marT="5977" marB="5977" anchor="ctr"/>
                </a:tc>
                <a:extLst>
                  <a:ext uri="{0D108BD9-81ED-4DB2-BD59-A6C34878D82A}">
                    <a16:rowId xmlns:a16="http://schemas.microsoft.com/office/drawing/2014/main" val="3818915114"/>
                  </a:ext>
                </a:extLst>
              </a:tr>
            </a:tbl>
          </a:graphicData>
        </a:graphic>
      </p:graphicFrame>
    </p:spTree>
    <p:extLst>
      <p:ext uri="{BB962C8B-B14F-4D97-AF65-F5344CB8AC3E}">
        <p14:creationId xmlns:p14="http://schemas.microsoft.com/office/powerpoint/2010/main" val="46900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AA5E3D-7F86-F21A-D595-8EC5B1CC8EF7}"/>
              </a:ext>
            </a:extLst>
          </p:cNvPr>
          <p:cNvSpPr>
            <a:spLocks noGrp="1"/>
          </p:cNvSpPr>
          <p:nvPr>
            <p:ph type="title"/>
          </p:nvPr>
        </p:nvSpPr>
        <p:spPr>
          <a:xfrm>
            <a:off x="838200" y="36360"/>
            <a:ext cx="10515600" cy="1325563"/>
          </a:xfrm>
        </p:spPr>
        <p:txBody>
          <a:bodyPr/>
          <a:lstStyle/>
          <a:p>
            <a:r>
              <a:rPr lang="en-US" dirty="0"/>
              <a:t>Core Payment Systems in the US (2/2)</a:t>
            </a:r>
          </a:p>
        </p:txBody>
      </p:sp>
      <p:graphicFrame>
        <p:nvGraphicFramePr>
          <p:cNvPr id="10" name="Table 9">
            <a:extLst>
              <a:ext uri="{FF2B5EF4-FFF2-40B4-BE49-F238E27FC236}">
                <a16:creationId xmlns:a16="http://schemas.microsoft.com/office/drawing/2014/main" id="{EBEC1D6D-3A0A-EA1C-DEE0-2072E4FB4269}"/>
              </a:ext>
            </a:extLst>
          </p:cNvPr>
          <p:cNvGraphicFramePr>
            <a:graphicFrameLocks noGrp="1"/>
          </p:cNvGraphicFramePr>
          <p:nvPr>
            <p:extLst>
              <p:ext uri="{D42A27DB-BD31-4B8C-83A1-F6EECF244321}">
                <p14:modId xmlns:p14="http://schemas.microsoft.com/office/powerpoint/2010/main" val="1295900064"/>
              </p:ext>
            </p:extLst>
          </p:nvPr>
        </p:nvGraphicFramePr>
        <p:xfrm>
          <a:off x="551542" y="1012371"/>
          <a:ext cx="11172372" cy="5257799"/>
        </p:xfrm>
        <a:graphic>
          <a:graphicData uri="http://schemas.openxmlformats.org/drawingml/2006/table">
            <a:tbl>
              <a:tblPr firstRow="1" bandRow="1">
                <a:tableStyleId>{69CF1AB2-1976-4502-BF36-3FF5EA218861}</a:tableStyleId>
              </a:tblPr>
              <a:tblGrid>
                <a:gridCol w="1451429">
                  <a:extLst>
                    <a:ext uri="{9D8B030D-6E8A-4147-A177-3AD203B41FA5}">
                      <a16:colId xmlns:a16="http://schemas.microsoft.com/office/drawing/2014/main" val="1964500414"/>
                    </a:ext>
                  </a:extLst>
                </a:gridCol>
                <a:gridCol w="2272695">
                  <a:extLst>
                    <a:ext uri="{9D8B030D-6E8A-4147-A177-3AD203B41FA5}">
                      <a16:colId xmlns:a16="http://schemas.microsoft.com/office/drawing/2014/main" val="3168106717"/>
                    </a:ext>
                  </a:extLst>
                </a:gridCol>
                <a:gridCol w="1862062">
                  <a:extLst>
                    <a:ext uri="{9D8B030D-6E8A-4147-A177-3AD203B41FA5}">
                      <a16:colId xmlns:a16="http://schemas.microsoft.com/office/drawing/2014/main" val="2989996663"/>
                    </a:ext>
                  </a:extLst>
                </a:gridCol>
                <a:gridCol w="2331358">
                  <a:extLst>
                    <a:ext uri="{9D8B030D-6E8A-4147-A177-3AD203B41FA5}">
                      <a16:colId xmlns:a16="http://schemas.microsoft.com/office/drawing/2014/main" val="2553046112"/>
                    </a:ext>
                  </a:extLst>
                </a:gridCol>
                <a:gridCol w="1676400">
                  <a:extLst>
                    <a:ext uri="{9D8B030D-6E8A-4147-A177-3AD203B41FA5}">
                      <a16:colId xmlns:a16="http://schemas.microsoft.com/office/drawing/2014/main" val="1753709243"/>
                    </a:ext>
                  </a:extLst>
                </a:gridCol>
                <a:gridCol w="1578428">
                  <a:extLst>
                    <a:ext uri="{9D8B030D-6E8A-4147-A177-3AD203B41FA5}">
                      <a16:colId xmlns:a16="http://schemas.microsoft.com/office/drawing/2014/main" val="2303893483"/>
                    </a:ext>
                  </a:extLst>
                </a:gridCol>
              </a:tblGrid>
              <a:tr h="1011437">
                <a:tc>
                  <a:txBody>
                    <a:bodyPr/>
                    <a:lstStyle/>
                    <a:p>
                      <a:pPr>
                        <a:buNone/>
                      </a:pPr>
                      <a:r>
                        <a:rPr lang="en-US" sz="1200" b="1" dirty="0">
                          <a:effectLst/>
                        </a:rPr>
                        <a:t>Payment System</a:t>
                      </a:r>
                      <a:endParaRPr lang="en-US" sz="1200" dirty="0">
                        <a:effectLst/>
                      </a:endParaRPr>
                    </a:p>
                  </a:txBody>
                  <a:tcPr marL="11954" marR="11954" marT="5977" marB="5977" anchor="ctr"/>
                </a:tc>
                <a:tc>
                  <a:txBody>
                    <a:bodyPr/>
                    <a:lstStyle/>
                    <a:p>
                      <a:pPr>
                        <a:buNone/>
                      </a:pPr>
                      <a:r>
                        <a:rPr lang="en-US" sz="1200" b="1" dirty="0">
                          <a:effectLst/>
                        </a:rPr>
                        <a:t>Key Participants</a:t>
                      </a:r>
                      <a:r>
                        <a:rPr lang="en-US" sz="1200" dirty="0">
                          <a:effectLst/>
                        </a:rPr>
                        <a:t> (Payer, Payee &amp; Intermediaries)</a:t>
                      </a:r>
                    </a:p>
                  </a:txBody>
                  <a:tcPr marL="11954" marR="11954" marT="5977" marB="5977" anchor="ctr"/>
                </a:tc>
                <a:tc>
                  <a:txBody>
                    <a:bodyPr/>
                    <a:lstStyle/>
                    <a:p>
                      <a:pPr>
                        <a:buNone/>
                      </a:pPr>
                      <a:r>
                        <a:rPr lang="en-US" sz="1200" b="1" dirty="0">
                          <a:effectLst/>
                        </a:rPr>
                        <a:t>Governance/Control</a:t>
                      </a:r>
                      <a:r>
                        <a:rPr lang="en-US" sz="1200" dirty="0">
                          <a:effectLst/>
                        </a:rPr>
                        <a:t> (Operator &amp; Oversight)</a:t>
                      </a:r>
                    </a:p>
                  </a:txBody>
                  <a:tcPr marL="11954" marR="11954" marT="5977" marB="5977" anchor="ctr"/>
                </a:tc>
                <a:tc>
                  <a:txBody>
                    <a:bodyPr/>
                    <a:lstStyle/>
                    <a:p>
                      <a:pPr>
                        <a:buNone/>
                      </a:pPr>
                      <a:r>
                        <a:rPr lang="en-US" sz="1200" b="1" dirty="0">
                          <a:effectLst/>
                        </a:rPr>
                        <a:t>Revenue Model</a:t>
                      </a:r>
                      <a:r>
                        <a:rPr lang="en-US" sz="1200" dirty="0">
                          <a:effectLst/>
                        </a:rPr>
                        <a:t> (Fees/Income)</a:t>
                      </a:r>
                    </a:p>
                  </a:txBody>
                  <a:tcPr marL="11954" marR="11954" marT="5977" marB="5977" anchor="ctr"/>
                </a:tc>
                <a:tc>
                  <a:txBody>
                    <a:bodyPr/>
                    <a:lstStyle/>
                    <a:p>
                      <a:pPr>
                        <a:buNone/>
                      </a:pPr>
                      <a:r>
                        <a:rPr lang="en-US" sz="1200" b="1" dirty="0">
                          <a:effectLst/>
                        </a:rPr>
                        <a:t>Annual Volume (Transactions)</a:t>
                      </a:r>
                      <a:endParaRPr lang="en-US" sz="1200" dirty="0">
                        <a:effectLst/>
                      </a:endParaRPr>
                    </a:p>
                  </a:txBody>
                  <a:tcPr marL="11954" marR="11954" marT="5977" marB="5977" anchor="ctr"/>
                </a:tc>
                <a:tc>
                  <a:txBody>
                    <a:bodyPr/>
                    <a:lstStyle/>
                    <a:p>
                      <a:pPr>
                        <a:buNone/>
                      </a:pPr>
                      <a:r>
                        <a:rPr lang="en-US" sz="1200" b="1" dirty="0">
                          <a:effectLst/>
                        </a:rPr>
                        <a:t>Annual Value (Dollar Amount)</a:t>
                      </a:r>
                      <a:endParaRPr lang="en-US" sz="1200" dirty="0">
                        <a:effectLst/>
                      </a:endParaRPr>
                    </a:p>
                  </a:txBody>
                  <a:tcPr marL="11954" marR="11954" marT="5977" marB="5977" anchor="ctr"/>
                </a:tc>
                <a:extLst>
                  <a:ext uri="{0D108BD9-81ED-4DB2-BD59-A6C34878D82A}">
                    <a16:rowId xmlns:a16="http://schemas.microsoft.com/office/drawing/2014/main" val="3595585927"/>
                  </a:ext>
                </a:extLst>
              </a:tr>
              <a:tr h="2123181">
                <a:tc>
                  <a:txBody>
                    <a:bodyPr/>
                    <a:lstStyle/>
                    <a:p>
                      <a:pPr>
                        <a:buNone/>
                      </a:pPr>
                      <a:r>
                        <a:rPr lang="en-US" sz="1200" dirty="0">
                          <a:effectLst/>
                        </a:rPr>
                        <a:t>ACH</a:t>
                      </a:r>
                    </a:p>
                    <a:p>
                      <a:pPr>
                        <a:buNone/>
                      </a:pPr>
                      <a:endParaRPr lang="en-US" sz="1200" dirty="0">
                        <a:effectLst/>
                      </a:endParaRPr>
                    </a:p>
                    <a:p>
                      <a:pPr>
                        <a:buNone/>
                      </a:pPr>
                      <a:r>
                        <a:rPr lang="en-US" sz="1200" dirty="0">
                          <a:effectLst/>
                        </a:rPr>
                        <a:t>Ex: ACH Network </a:t>
                      </a:r>
                      <a:r>
                        <a:rPr lang="en-US" sz="1200">
                          <a:effectLst/>
                        </a:rPr>
                        <a:t>(NACHA </a:t>
                      </a:r>
                      <a:r>
                        <a:rPr lang="en-US" sz="1200" dirty="0">
                          <a:effectLst/>
                        </a:rPr>
                        <a:t>/ FedACH)</a:t>
                      </a:r>
                    </a:p>
                  </a:txBody>
                  <a:tcPr marL="11954" marR="11954" marT="5977" marB="5977" anchor="ctr"/>
                </a:tc>
                <a:tc>
                  <a:txBody>
                    <a:bodyPr/>
                    <a:lstStyle/>
                    <a:p>
                      <a:pPr>
                        <a:buNone/>
                      </a:pPr>
                      <a:r>
                        <a:rPr lang="en-US" sz="1200" b="1" dirty="0">
                          <a:effectLst/>
                        </a:rPr>
                        <a:t>Originators</a:t>
                      </a:r>
                      <a:r>
                        <a:rPr lang="en-US" sz="1200" dirty="0">
                          <a:effectLst/>
                        </a:rPr>
                        <a:t> (individuals, businesses, or government sending payments); recipient parties; </a:t>
                      </a:r>
                      <a:r>
                        <a:rPr lang="en-US" sz="1200" b="1" dirty="0">
                          <a:effectLst/>
                        </a:rPr>
                        <a:t>banks</a:t>
                      </a:r>
                      <a:r>
                        <a:rPr lang="en-US" sz="1200" dirty="0">
                          <a:effectLst/>
                        </a:rPr>
                        <a:t> (originating &amp; receiving depository institutions, ODFI/RDFI); ACH </a:t>
                      </a:r>
                      <a:r>
                        <a:rPr lang="en-US" sz="1200" b="1" dirty="0">
                          <a:effectLst/>
                        </a:rPr>
                        <a:t>operators</a:t>
                      </a:r>
                      <a:r>
                        <a:rPr lang="en-US" sz="1200" dirty="0">
                          <a:effectLst/>
                        </a:rPr>
                        <a:t> (Federal Reserve’s FedACH and The Clearing House’s EPN network); </a:t>
                      </a:r>
                      <a:r>
                        <a:rPr lang="en-US" sz="1200" b="1" dirty="0">
                          <a:effectLst/>
                        </a:rPr>
                        <a:t>NACHA</a:t>
                      </a:r>
                      <a:r>
                        <a:rPr lang="en-US" sz="1200" dirty="0">
                          <a:effectLst/>
                        </a:rPr>
                        <a:t> (rulemaking association).</a:t>
                      </a:r>
                    </a:p>
                  </a:txBody>
                  <a:tcPr marL="11954" marR="11954" marT="5977" marB="5977" anchor="ctr"/>
                </a:tc>
                <a:tc>
                  <a:txBody>
                    <a:bodyPr/>
                    <a:lstStyle/>
                    <a:p>
                      <a:pPr>
                        <a:buNone/>
                      </a:pPr>
                      <a:r>
                        <a:rPr lang="en-US" sz="1200" b="1" dirty="0">
                          <a:effectLst/>
                        </a:rPr>
                        <a:t>Governance by NACHA</a:t>
                      </a:r>
                      <a:r>
                        <a:rPr lang="en-US" sz="1200" dirty="0">
                          <a:effectLst/>
                        </a:rPr>
                        <a:t> (a non-profit industry association setting ACH rules) and oversight by regulators; </a:t>
                      </a:r>
                      <a:r>
                        <a:rPr lang="en-US" sz="1200" b="1" dirty="0">
                          <a:effectLst/>
                        </a:rPr>
                        <a:t>operated by Federal Reserve</a:t>
                      </a:r>
                      <a:r>
                        <a:rPr lang="en-US" sz="1200" dirty="0">
                          <a:effectLst/>
                        </a:rPr>
                        <a:t> (FedACH) and The Clearing House (Electronic Payments Network). </a:t>
                      </a:r>
                    </a:p>
                  </a:txBody>
                  <a:tcPr marL="11954" marR="11954" marT="5977" marB="5977" anchor="ctr"/>
                </a:tc>
                <a:tc>
                  <a:txBody>
                    <a:bodyPr/>
                    <a:lstStyle/>
                    <a:p>
                      <a:pPr>
                        <a:buNone/>
                      </a:pPr>
                      <a:r>
                        <a:rPr lang="en-US" sz="1200" b="1" dirty="0">
                          <a:effectLst/>
                        </a:rPr>
                        <a:t>Cost-sharing model</a:t>
                      </a:r>
                      <a:r>
                        <a:rPr lang="en-US" sz="1200" dirty="0">
                          <a:effectLst/>
                        </a:rPr>
                        <a:t>: Low per-transaction network fees (fractions of a cent) charged to member banks; funded by volume-based fees and membership dues</a:t>
                      </a:r>
                    </a:p>
                  </a:txBody>
                  <a:tcPr marL="11954" marR="11954" marT="5977" marB="5977" anchor="ctr"/>
                </a:tc>
                <a:tc>
                  <a:txBody>
                    <a:bodyPr/>
                    <a:lstStyle/>
                    <a:p>
                      <a:pPr>
                        <a:buNone/>
                      </a:pPr>
                      <a:r>
                        <a:rPr lang="en-US" sz="1200" b="1" dirty="0">
                          <a:effectLst/>
                        </a:rPr>
                        <a:t>29.1 billion</a:t>
                      </a:r>
                      <a:r>
                        <a:rPr lang="en-US" sz="1200" dirty="0">
                          <a:effectLst/>
                        </a:rPr>
                        <a:t> (2021) growing ~8.7% annually).</a:t>
                      </a:r>
                    </a:p>
                  </a:txBody>
                  <a:tcPr marL="11954" marR="11954" marT="5977" marB="5977" anchor="ctr"/>
                </a:tc>
                <a:tc>
                  <a:txBody>
                    <a:bodyPr/>
                    <a:lstStyle/>
                    <a:p>
                      <a:pPr>
                        <a:buNone/>
                      </a:pPr>
                      <a:r>
                        <a:rPr lang="en-US" sz="1200" b="1" dirty="0">
                          <a:effectLst/>
                        </a:rPr>
                        <a:t>$72.6 trillion</a:t>
                      </a:r>
                      <a:r>
                        <a:rPr lang="en-US" sz="1200" dirty="0">
                          <a:effectLst/>
                        </a:rPr>
                        <a:t> (2021) (massive total value; second only to wires, reflecting salaries, mortgages, B2B payments)</a:t>
                      </a:r>
                    </a:p>
                  </a:txBody>
                  <a:tcPr marL="11954" marR="11954" marT="5977" marB="5977" anchor="ctr"/>
                </a:tc>
                <a:extLst>
                  <a:ext uri="{0D108BD9-81ED-4DB2-BD59-A6C34878D82A}">
                    <a16:rowId xmlns:a16="http://schemas.microsoft.com/office/drawing/2014/main" val="856534047"/>
                  </a:ext>
                </a:extLst>
              </a:tr>
              <a:tr h="2123181">
                <a:tc>
                  <a:txBody>
                    <a:bodyPr/>
                    <a:lstStyle/>
                    <a:p>
                      <a:pPr>
                        <a:buNone/>
                      </a:pPr>
                      <a:r>
                        <a:rPr lang="en-US" sz="1200" dirty="0">
                          <a:effectLst/>
                        </a:rPr>
                        <a:t>Wire Transfers</a:t>
                      </a:r>
                    </a:p>
                    <a:p>
                      <a:pPr>
                        <a:buNone/>
                      </a:pPr>
                      <a:endParaRPr lang="en-US" sz="1200" dirty="0">
                        <a:effectLst/>
                      </a:endParaRPr>
                    </a:p>
                    <a:p>
                      <a:pPr>
                        <a:buNone/>
                      </a:pPr>
                      <a:r>
                        <a:rPr lang="en-US" sz="1200" dirty="0">
                          <a:effectLst/>
                        </a:rPr>
                        <a:t>Ex: Fedwire (Federal Reserve)</a:t>
                      </a:r>
                    </a:p>
                  </a:txBody>
                  <a:tcPr marL="11954" marR="11954" marT="5977" marB="5977" anchor="ctr"/>
                </a:tc>
                <a:tc>
                  <a:txBody>
                    <a:bodyPr/>
                    <a:lstStyle/>
                    <a:p>
                      <a:pPr>
                        <a:buNone/>
                      </a:pPr>
                      <a:r>
                        <a:rPr lang="en-US" sz="1200" dirty="0">
                          <a:effectLst/>
                        </a:rPr>
                        <a:t>Sender and receiver (often businesses, banks, or government); </a:t>
                      </a:r>
                      <a:r>
                        <a:rPr lang="en-US" sz="1200" b="1" dirty="0">
                          <a:effectLst/>
                        </a:rPr>
                        <a:t>banks</a:t>
                      </a:r>
                      <a:r>
                        <a:rPr lang="en-US" sz="1200" dirty="0">
                          <a:effectLst/>
                        </a:rPr>
                        <a:t> holding accounts for senders/receivers; central operator (e.g., Federal Reserve for Fedwire, or The Clearing House for CHIPS). Often involve correspondent banks for cross-bank transfers.</a:t>
                      </a:r>
                    </a:p>
                  </a:txBody>
                  <a:tcPr marL="11954" marR="11954" marT="5977" marB="5977" anchor="ctr"/>
                </a:tc>
                <a:tc>
                  <a:txBody>
                    <a:bodyPr/>
                    <a:lstStyle/>
                    <a:p>
                      <a:pPr>
                        <a:buNone/>
                      </a:pPr>
                      <a:r>
                        <a:rPr lang="en-US" sz="1200" b="1" dirty="0">
                          <a:effectLst/>
                        </a:rPr>
                        <a:t>Centrally operated</a:t>
                      </a:r>
                      <a:r>
                        <a:rPr lang="en-US" sz="1200" dirty="0">
                          <a:effectLst/>
                        </a:rPr>
                        <a:t>: Fedwire is run by the Federal Reserve, and CHIPS by The Clearing House (a private bank consortium), under U.S. payments regulation.</a:t>
                      </a:r>
                    </a:p>
                  </a:txBody>
                  <a:tcPr marL="11954" marR="11954" marT="5977" marB="5977" anchor="ctr"/>
                </a:tc>
                <a:tc>
                  <a:txBody>
                    <a:bodyPr/>
                    <a:lstStyle/>
                    <a:p>
                      <a:pPr>
                        <a:buNone/>
                      </a:pPr>
                      <a:r>
                        <a:rPr lang="en-US" sz="1200" b="1" dirty="0">
                          <a:effectLst/>
                        </a:rPr>
                        <a:t>Transaction fees</a:t>
                      </a:r>
                      <a:r>
                        <a:rPr lang="en-US" sz="1200" dirty="0">
                          <a:effectLst/>
                        </a:rPr>
                        <a:t>: Banks charge senders a substantial fee per wire (e.g., ~$15–$30 for domestic wires). The Federal Reserve and CHIPS also levy fees on member banks per transfer.</a:t>
                      </a:r>
                    </a:p>
                  </a:txBody>
                  <a:tcPr marL="11954" marR="11954" marT="5977" marB="5977" anchor="ctr"/>
                </a:tc>
                <a:tc>
                  <a:txBody>
                    <a:bodyPr/>
                    <a:lstStyle/>
                    <a:p>
                      <a:pPr>
                        <a:buNone/>
                      </a:pPr>
                      <a:r>
                        <a:rPr lang="en-US" sz="1200" b="1" dirty="0">
                          <a:effectLst/>
                        </a:rPr>
                        <a:t>~200 million</a:t>
                      </a:r>
                      <a:r>
                        <a:rPr lang="en-US" sz="1200" dirty="0">
                          <a:effectLst/>
                        </a:rPr>
                        <a:t> (Fedwire </a:t>
                      </a:r>
                      <a:r>
                        <a:rPr lang="en-US" sz="1200" b="1" dirty="0">
                          <a:effectLst/>
                        </a:rPr>
                        <a:t>2021</a:t>
                      </a:r>
                      <a:r>
                        <a:rPr lang="en-US" sz="1200" dirty="0">
                          <a:effectLst/>
                        </a:rPr>
                        <a:t> transfers) (smallest volume among major systems).</a:t>
                      </a:r>
                    </a:p>
                  </a:txBody>
                  <a:tcPr marL="11954" marR="11954" marT="5977" marB="5977" anchor="ctr"/>
                </a:tc>
                <a:tc>
                  <a:txBody>
                    <a:bodyPr/>
                    <a:lstStyle/>
                    <a:p>
                      <a:pPr>
                        <a:buNone/>
                      </a:pPr>
                      <a:r>
                        <a:rPr lang="en-US" sz="1200" b="1" dirty="0">
                          <a:effectLst/>
                        </a:rPr>
                        <a:t>$991 trillion</a:t>
                      </a:r>
                      <a:r>
                        <a:rPr lang="en-US" sz="1200" dirty="0">
                          <a:effectLst/>
                        </a:rPr>
                        <a:t> (Fedwire </a:t>
                      </a:r>
                      <a:r>
                        <a:rPr lang="en-US" sz="1200" b="1" dirty="0">
                          <a:effectLst/>
                        </a:rPr>
                        <a:t>2021</a:t>
                      </a:r>
                      <a:r>
                        <a:rPr lang="en-US" sz="1200" dirty="0">
                          <a:effectLst/>
                        </a:rPr>
                        <a:t> value) (highest value;).</a:t>
                      </a:r>
                    </a:p>
                  </a:txBody>
                  <a:tcPr marL="11954" marR="11954" marT="5977" marB="5977" anchor="ctr"/>
                </a:tc>
                <a:extLst>
                  <a:ext uri="{0D108BD9-81ED-4DB2-BD59-A6C34878D82A}">
                    <a16:rowId xmlns:a16="http://schemas.microsoft.com/office/drawing/2014/main" val="318967262"/>
                  </a:ext>
                </a:extLst>
              </a:tr>
            </a:tbl>
          </a:graphicData>
        </a:graphic>
      </p:graphicFrame>
    </p:spTree>
    <p:extLst>
      <p:ext uri="{BB962C8B-B14F-4D97-AF65-F5344CB8AC3E}">
        <p14:creationId xmlns:p14="http://schemas.microsoft.com/office/powerpoint/2010/main" val="573650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7FB5E0-4B95-000A-9E18-07A4C262AA10}"/>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Title 2">
            <a:extLst>
              <a:ext uri="{FF2B5EF4-FFF2-40B4-BE49-F238E27FC236}">
                <a16:creationId xmlns:a16="http://schemas.microsoft.com/office/drawing/2014/main" id="{E9AFCEF9-03A0-37B2-0039-9AE2CF00AAD4}"/>
              </a:ext>
            </a:extLst>
          </p:cNvPr>
          <p:cNvSpPr>
            <a:spLocks noGrp="1"/>
          </p:cNvSpPr>
          <p:nvPr>
            <p:ph type="title"/>
          </p:nvPr>
        </p:nvSpPr>
        <p:spPr>
          <a:xfrm>
            <a:off x="1188069" y="381935"/>
            <a:ext cx="4008583" cy="5974414"/>
          </a:xfrm>
        </p:spPr>
        <p:txBody>
          <a:bodyPr anchor="ctr">
            <a:normAutofit/>
          </a:bodyPr>
          <a:lstStyle/>
          <a:p>
            <a:r>
              <a:rPr lang="en-US" sz="8000" dirty="0">
                <a:solidFill>
                  <a:srgbClr val="FFFFFF"/>
                </a:solidFill>
              </a:rPr>
              <a:t>The Domains of Payment</a:t>
            </a:r>
          </a:p>
        </p:txBody>
      </p:sp>
      <p:grpSp>
        <p:nvGrpSpPr>
          <p:cNvPr id="20" name="Group 19">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dirty="0"/>
            </a:p>
          </p:txBody>
        </p:sp>
        <p:sp>
          <p:nvSpPr>
            <p:cNvPr id="15"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dirty="0"/>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dirty="0"/>
            </a:p>
          </p:txBody>
        </p:sp>
      </p:grpSp>
      <p:sp>
        <p:nvSpPr>
          <p:cNvPr id="4" name="Content Placeholder 3">
            <a:extLst>
              <a:ext uri="{FF2B5EF4-FFF2-40B4-BE49-F238E27FC236}">
                <a16:creationId xmlns:a16="http://schemas.microsoft.com/office/drawing/2014/main" id="{7A2AEAAE-C77B-21F2-6AB1-7B6EBD514336}"/>
              </a:ext>
            </a:extLst>
          </p:cNvPr>
          <p:cNvSpPr>
            <a:spLocks noGrp="1"/>
          </p:cNvSpPr>
          <p:nvPr>
            <p:ph idx="1"/>
          </p:nvPr>
        </p:nvSpPr>
        <p:spPr>
          <a:xfrm>
            <a:off x="6297233" y="518400"/>
            <a:ext cx="4771607" cy="5837949"/>
          </a:xfrm>
        </p:spPr>
        <p:txBody>
          <a:bodyPr anchor="ctr">
            <a:normAutofit/>
          </a:bodyPr>
          <a:lstStyle/>
          <a:p>
            <a:pPr marL="514350" indent="-514350">
              <a:buFont typeface="+mj-lt"/>
              <a:buAutoNum type="arabicPeriod"/>
            </a:pPr>
            <a:r>
              <a:rPr lang="en-US" sz="2000" dirty="0">
                <a:solidFill>
                  <a:schemeClr val="tx1">
                    <a:alpha val="80000"/>
                  </a:schemeClr>
                </a:solidFill>
              </a:rPr>
              <a:t>Point of Sale (POS)</a:t>
            </a:r>
          </a:p>
          <a:p>
            <a:pPr lvl="1"/>
            <a:r>
              <a:rPr lang="en-US" sz="2000" dirty="0">
                <a:solidFill>
                  <a:schemeClr val="tx1">
                    <a:alpha val="80000"/>
                  </a:schemeClr>
                </a:solidFill>
              </a:rPr>
              <a:t>Swipe (magenetic stripe), EMV/Chip (Dip), Tap-to-pay (NFC)</a:t>
            </a:r>
          </a:p>
          <a:p>
            <a:pPr marL="514350" indent="-514350">
              <a:buFont typeface="+mj-lt"/>
              <a:buAutoNum type="arabicPeriod"/>
            </a:pPr>
            <a:r>
              <a:rPr lang="en-US" sz="2000" dirty="0">
                <a:solidFill>
                  <a:schemeClr val="tx1">
                    <a:alpha val="80000"/>
                  </a:schemeClr>
                </a:solidFill>
              </a:rPr>
              <a:t>Remote Commerce</a:t>
            </a:r>
          </a:p>
          <a:p>
            <a:pPr lvl="1"/>
            <a:r>
              <a:rPr lang="en-US" sz="2000" dirty="0">
                <a:solidFill>
                  <a:schemeClr val="tx1">
                    <a:alpha val="80000"/>
                  </a:schemeClr>
                </a:solidFill>
              </a:rPr>
              <a:t>Online payments</a:t>
            </a:r>
          </a:p>
          <a:p>
            <a:pPr marL="514350" indent="-514350">
              <a:buFont typeface="+mj-lt"/>
              <a:buAutoNum type="arabicPeriod"/>
            </a:pPr>
            <a:r>
              <a:rPr lang="en-US" sz="2000" dirty="0">
                <a:solidFill>
                  <a:schemeClr val="tx1">
                    <a:alpha val="80000"/>
                  </a:schemeClr>
                </a:solidFill>
              </a:rPr>
              <a:t>Bill Payment</a:t>
            </a:r>
          </a:p>
          <a:p>
            <a:pPr lvl="1"/>
            <a:r>
              <a:rPr lang="en-US" sz="2000" dirty="0">
                <a:solidFill>
                  <a:schemeClr val="tx1">
                    <a:alpha val="80000"/>
                  </a:schemeClr>
                </a:solidFill>
              </a:rPr>
              <a:t>Utilities, Insurance and Services that are recurring</a:t>
            </a:r>
          </a:p>
          <a:p>
            <a:pPr marL="514350" indent="-514350">
              <a:buFont typeface="+mj-lt"/>
              <a:buAutoNum type="arabicPeriod"/>
            </a:pPr>
            <a:r>
              <a:rPr lang="en-US" sz="2000" dirty="0">
                <a:solidFill>
                  <a:schemeClr val="tx1">
                    <a:alpha val="80000"/>
                  </a:schemeClr>
                </a:solidFill>
              </a:rPr>
              <a:t>Person-to-person (P2P) Payment</a:t>
            </a:r>
          </a:p>
          <a:p>
            <a:pPr lvl="1"/>
            <a:r>
              <a:rPr lang="en-US" sz="2000" dirty="0">
                <a:solidFill>
                  <a:schemeClr val="tx1">
                    <a:alpha val="80000"/>
                  </a:schemeClr>
                </a:solidFill>
              </a:rPr>
              <a:t>Domestic, Cross border remittances</a:t>
            </a:r>
          </a:p>
          <a:p>
            <a:pPr marL="514350" indent="-514350">
              <a:buFont typeface="+mj-lt"/>
              <a:buAutoNum type="arabicPeriod"/>
            </a:pPr>
            <a:r>
              <a:rPr lang="en-US" sz="2000" dirty="0">
                <a:solidFill>
                  <a:schemeClr val="tx1">
                    <a:alpha val="80000"/>
                  </a:schemeClr>
                </a:solidFill>
              </a:rPr>
              <a:t>Business-to-business (B2B) Payment</a:t>
            </a:r>
          </a:p>
          <a:p>
            <a:pPr marL="514350" indent="-514350">
              <a:buFont typeface="+mj-lt"/>
              <a:buAutoNum type="arabicPeriod"/>
            </a:pPr>
            <a:r>
              <a:rPr lang="en-US" sz="2000" dirty="0">
                <a:solidFill>
                  <a:schemeClr val="tx1">
                    <a:alpha val="80000"/>
                  </a:schemeClr>
                </a:solidFill>
              </a:rPr>
              <a:t>Income Payment</a:t>
            </a:r>
          </a:p>
          <a:p>
            <a:pPr lvl="1"/>
            <a:r>
              <a:rPr lang="en-US" sz="2000" dirty="0">
                <a:solidFill>
                  <a:schemeClr val="tx1">
                    <a:alpha val="80000"/>
                  </a:schemeClr>
                </a:solidFill>
              </a:rPr>
              <a:t>Salary, reimbursements</a:t>
            </a:r>
          </a:p>
          <a:p>
            <a:pPr marL="514350" indent="-514350">
              <a:buFont typeface="+mj-lt"/>
              <a:buAutoNum type="arabicPeriod"/>
            </a:pPr>
            <a:endParaRPr lang="en-US" sz="2000" dirty="0">
              <a:solidFill>
                <a:schemeClr val="tx1">
                  <a:alpha val="80000"/>
                </a:schemeClr>
              </a:solidFill>
            </a:endParaRPr>
          </a:p>
          <a:p>
            <a:endParaRPr lang="en-US" sz="2000" dirty="0">
              <a:solidFill>
                <a:schemeClr val="tx1">
                  <a:alpha val="80000"/>
                </a:schemeClr>
              </a:solidFill>
            </a:endParaRPr>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790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2F370-51B7-CED0-351A-7DA325ED52AD}"/>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380E8A25-D62D-E104-E58A-25E696DF779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Payments System Flow</a:t>
            </a:r>
          </a:p>
        </p:txBody>
      </p:sp>
      <p:graphicFrame>
        <p:nvGraphicFramePr>
          <p:cNvPr id="7" name="Table 6">
            <a:extLst>
              <a:ext uri="{FF2B5EF4-FFF2-40B4-BE49-F238E27FC236}">
                <a16:creationId xmlns:a16="http://schemas.microsoft.com/office/drawing/2014/main" id="{6EEC4F70-4907-D849-C68A-C856A8737F91}"/>
              </a:ext>
            </a:extLst>
          </p:cNvPr>
          <p:cNvGraphicFramePr>
            <a:graphicFrameLocks noGrp="1"/>
          </p:cNvGraphicFramePr>
          <p:nvPr>
            <p:extLst>
              <p:ext uri="{D42A27DB-BD31-4B8C-83A1-F6EECF244321}">
                <p14:modId xmlns:p14="http://schemas.microsoft.com/office/powerpoint/2010/main" val="2183443447"/>
              </p:ext>
            </p:extLst>
          </p:nvPr>
        </p:nvGraphicFramePr>
        <p:xfrm>
          <a:off x="479672" y="1966293"/>
          <a:ext cx="11232656" cy="4452161"/>
        </p:xfrm>
        <a:graphic>
          <a:graphicData uri="http://schemas.openxmlformats.org/drawingml/2006/table">
            <a:tbl>
              <a:tblPr firstRow="1" bandRow="1">
                <a:tableStyleId>{5C22544A-7EE6-4342-B048-85BDC9FD1C3A}</a:tableStyleId>
              </a:tblPr>
              <a:tblGrid>
                <a:gridCol w="1681427">
                  <a:extLst>
                    <a:ext uri="{9D8B030D-6E8A-4147-A177-3AD203B41FA5}">
                      <a16:colId xmlns:a16="http://schemas.microsoft.com/office/drawing/2014/main" val="2164415872"/>
                    </a:ext>
                  </a:extLst>
                </a:gridCol>
                <a:gridCol w="4322622">
                  <a:extLst>
                    <a:ext uri="{9D8B030D-6E8A-4147-A177-3AD203B41FA5}">
                      <a16:colId xmlns:a16="http://schemas.microsoft.com/office/drawing/2014/main" val="373259102"/>
                    </a:ext>
                  </a:extLst>
                </a:gridCol>
                <a:gridCol w="5228607">
                  <a:extLst>
                    <a:ext uri="{9D8B030D-6E8A-4147-A177-3AD203B41FA5}">
                      <a16:colId xmlns:a16="http://schemas.microsoft.com/office/drawing/2014/main" val="2242212911"/>
                    </a:ext>
                  </a:extLst>
                </a:gridCol>
              </a:tblGrid>
              <a:tr h="344925">
                <a:tc>
                  <a:txBody>
                    <a:bodyPr/>
                    <a:lstStyle/>
                    <a:p>
                      <a:r>
                        <a:rPr lang="en-US" sz="1400" dirty="0"/>
                        <a:t>Type</a:t>
                      </a:r>
                    </a:p>
                  </a:txBody>
                  <a:tcPr marL="91192" marR="91192" marT="45596" marB="45596"/>
                </a:tc>
                <a:tc>
                  <a:txBody>
                    <a:bodyPr/>
                    <a:lstStyle/>
                    <a:p>
                      <a:r>
                        <a:rPr lang="en-US" sz="1400" dirty="0"/>
                        <a:t>Push Payments</a:t>
                      </a:r>
                    </a:p>
                  </a:txBody>
                  <a:tcPr marL="91192" marR="91192" marT="45596" marB="45596"/>
                </a:tc>
                <a:tc>
                  <a:txBody>
                    <a:bodyPr/>
                    <a:lstStyle/>
                    <a:p>
                      <a:r>
                        <a:rPr lang="en-US" sz="1400" dirty="0"/>
                        <a:t>Pull Payments</a:t>
                      </a:r>
                    </a:p>
                  </a:txBody>
                  <a:tcPr marL="91192" marR="91192" marT="45596" marB="45596"/>
                </a:tc>
                <a:extLst>
                  <a:ext uri="{0D108BD9-81ED-4DB2-BD59-A6C34878D82A}">
                    <a16:rowId xmlns:a16="http://schemas.microsoft.com/office/drawing/2014/main" val="2959949745"/>
                  </a:ext>
                </a:extLst>
              </a:tr>
              <a:tr h="778127">
                <a:tc>
                  <a:txBody>
                    <a:bodyPr/>
                    <a:lstStyle/>
                    <a:p>
                      <a:r>
                        <a:rPr lang="en-US" sz="1400" dirty="0"/>
                        <a:t>Flow</a:t>
                      </a:r>
                    </a:p>
                  </a:txBody>
                  <a:tcPr marL="91192" marR="91192" marT="45596" marB="45596"/>
                </a:tc>
                <a:tc>
                  <a:txBody>
                    <a:bodyPr/>
                    <a:lstStyle/>
                    <a:p>
                      <a:r>
                        <a:rPr lang="en-US" sz="1400" dirty="0"/>
                        <a:t>Payer (sender) </a:t>
                      </a:r>
                      <a:r>
                        <a:rPr lang="en-US" sz="1400" dirty="0">
                          <a:sym typeface="Wingdings" panose="05000000000000000000" pitchFamily="2" charset="2"/>
                        </a:rPr>
                        <a:t> Recipient </a:t>
                      </a:r>
                      <a:r>
                        <a:rPr lang="en-US" sz="1400" dirty="0"/>
                        <a:t>initiates the transaction to send money to a recipient</a:t>
                      </a:r>
                    </a:p>
                    <a:p>
                      <a:endParaRPr lang="en-US" sz="1400" dirty="0"/>
                    </a:p>
                  </a:txBody>
                  <a:tcPr marL="91192" marR="91192" marT="45596" marB="45596"/>
                </a:tc>
                <a:tc>
                  <a:txBody>
                    <a:bodyPr/>
                    <a:lstStyle/>
                    <a:p>
                      <a:r>
                        <a:rPr lang="en-US" sz="1400" dirty="0"/>
                        <a:t>Payee (recipient) </a:t>
                      </a:r>
                      <a:r>
                        <a:rPr lang="en-US" sz="1400" dirty="0">
                          <a:sym typeface="Wingdings" panose="05000000000000000000" pitchFamily="2" charset="2"/>
                        </a:rPr>
                        <a:t> P</a:t>
                      </a:r>
                      <a:r>
                        <a:rPr lang="en-US" sz="1400" dirty="0"/>
                        <a:t>ayer's account (typically after receiving prior authorization)</a:t>
                      </a:r>
                    </a:p>
                  </a:txBody>
                  <a:tcPr marL="91192" marR="91192" marT="45596" marB="45596"/>
                </a:tc>
                <a:extLst>
                  <a:ext uri="{0D108BD9-81ED-4DB2-BD59-A6C34878D82A}">
                    <a16:rowId xmlns:a16="http://schemas.microsoft.com/office/drawing/2014/main" val="3528799031"/>
                  </a:ext>
                </a:extLst>
              </a:tr>
              <a:tr h="994728">
                <a:tc>
                  <a:txBody>
                    <a:bodyPr/>
                    <a:lstStyle/>
                    <a:p>
                      <a:r>
                        <a:rPr lang="en-US" sz="1400" dirty="0"/>
                        <a:t>Common Rails</a:t>
                      </a:r>
                    </a:p>
                  </a:txBody>
                  <a:tcPr marL="91192" marR="91192" marT="45596" marB="45596"/>
                </a:tc>
                <a:tc>
                  <a:txBody>
                    <a:bodyPr/>
                    <a:lstStyle/>
                    <a:p>
                      <a:pPr marL="285750" indent="-285750">
                        <a:buFont typeface="Arial" panose="020B0604020202020204" pitchFamily="34" charset="0"/>
                        <a:buChar char="•"/>
                      </a:pPr>
                      <a:r>
                        <a:rPr lang="en-US" sz="1400" b="0" i="0" kern="1200" dirty="0">
                          <a:solidFill>
                            <a:schemeClr val="dk1"/>
                          </a:solidFill>
                          <a:effectLst/>
                          <a:latin typeface="+mn-lt"/>
                          <a:ea typeface="+mn-ea"/>
                          <a:cs typeface="+mn-cs"/>
                        </a:rPr>
                        <a:t>Wire transfers</a:t>
                      </a:r>
                    </a:p>
                    <a:p>
                      <a:pPr marL="285750" indent="-285750">
                        <a:buFont typeface="Arial" panose="020B0604020202020204" pitchFamily="34" charset="0"/>
                        <a:buChar char="•"/>
                      </a:pPr>
                      <a:r>
                        <a:rPr lang="en-US" sz="1400" b="0" i="0" kern="1200" dirty="0">
                          <a:solidFill>
                            <a:schemeClr val="dk1"/>
                          </a:solidFill>
                          <a:effectLst/>
                          <a:latin typeface="+mn-lt"/>
                          <a:ea typeface="+mn-ea"/>
                          <a:cs typeface="+mn-cs"/>
                        </a:rPr>
                        <a:t>ACH credits (e.g., direct deposit), </a:t>
                      </a:r>
                    </a:p>
                    <a:p>
                      <a:pPr marL="285750" indent="-285750">
                        <a:buFont typeface="Arial" panose="020B0604020202020204" pitchFamily="34" charset="0"/>
                        <a:buChar char="•"/>
                      </a:pPr>
                      <a:r>
                        <a:rPr lang="en-US" sz="1400" b="0" i="0" kern="1200" dirty="0">
                          <a:solidFill>
                            <a:schemeClr val="dk1"/>
                          </a:solidFill>
                          <a:effectLst/>
                          <a:latin typeface="+mn-lt"/>
                          <a:ea typeface="+mn-ea"/>
                          <a:cs typeface="+mn-cs"/>
                        </a:rPr>
                        <a:t>Newer real-time systems like The Clearing House's RTP or </a:t>
                      </a:r>
                      <a:r>
                        <a:rPr lang="en-US" sz="1400" b="0" i="0" kern="1200" dirty="0" err="1">
                          <a:solidFill>
                            <a:schemeClr val="dk1"/>
                          </a:solidFill>
                          <a:effectLst/>
                          <a:latin typeface="+mn-lt"/>
                          <a:ea typeface="+mn-ea"/>
                          <a:cs typeface="+mn-cs"/>
                        </a:rPr>
                        <a:t>FedNow</a:t>
                      </a:r>
                      <a:endParaRPr lang="en-US" sz="1400" dirty="0"/>
                    </a:p>
                  </a:txBody>
                  <a:tcPr marL="91192" marR="91192" marT="45596" marB="45596"/>
                </a:tc>
                <a:tc>
                  <a:txBody>
                    <a:bodyPr/>
                    <a:lstStyle/>
                    <a:p>
                      <a:pPr marL="285750" indent="-285750">
                        <a:buFont typeface="Arial" panose="020B0604020202020204" pitchFamily="34" charset="0"/>
                        <a:buChar char="•"/>
                      </a:pPr>
                      <a:r>
                        <a:rPr lang="en-US" sz="1400" b="0" i="0" kern="1200">
                          <a:solidFill>
                            <a:schemeClr val="dk1"/>
                          </a:solidFill>
                          <a:effectLst/>
                          <a:latin typeface="+mn-lt"/>
                          <a:ea typeface="+mn-ea"/>
                          <a:cs typeface="+mn-cs"/>
                        </a:rPr>
                        <a:t>ACH debits (e.g., automated bill pay)</a:t>
                      </a:r>
                    </a:p>
                    <a:p>
                      <a:pPr marL="285750" indent="-285750">
                        <a:buFont typeface="Arial" panose="020B0604020202020204" pitchFamily="34" charset="0"/>
                        <a:buChar char="•"/>
                      </a:pPr>
                      <a:r>
                        <a:rPr lang="en-US" sz="1400" b="0" i="0" kern="1200">
                          <a:solidFill>
                            <a:schemeClr val="dk1"/>
                          </a:solidFill>
                          <a:effectLst/>
                          <a:latin typeface="+mn-lt"/>
                          <a:ea typeface="+mn-ea"/>
                          <a:cs typeface="+mn-cs"/>
                        </a:rPr>
                        <a:t>Paper checks</a:t>
                      </a:r>
                    </a:p>
                    <a:p>
                      <a:pPr marL="285750" indent="-285750">
                        <a:buFont typeface="Arial" panose="020B0604020202020204" pitchFamily="34" charset="0"/>
                        <a:buChar char="•"/>
                      </a:pPr>
                      <a:r>
                        <a:rPr lang="en-US" sz="1400" b="0" i="0" kern="1200">
                          <a:solidFill>
                            <a:schemeClr val="dk1"/>
                          </a:solidFill>
                          <a:effectLst/>
                          <a:latin typeface="+mn-lt"/>
                          <a:ea typeface="+mn-ea"/>
                          <a:cs typeface="+mn-cs"/>
                        </a:rPr>
                        <a:t>Credit/debit card transactions</a:t>
                      </a:r>
                      <a:endParaRPr lang="en-US" sz="1400" dirty="0"/>
                    </a:p>
                  </a:txBody>
                  <a:tcPr marL="91192" marR="91192" marT="45596" marB="45596"/>
                </a:tc>
                <a:extLst>
                  <a:ext uri="{0D108BD9-81ED-4DB2-BD59-A6C34878D82A}">
                    <a16:rowId xmlns:a16="http://schemas.microsoft.com/office/drawing/2014/main" val="2845208816"/>
                  </a:ext>
                </a:extLst>
              </a:tr>
              <a:tr h="561526">
                <a:tc>
                  <a:txBody>
                    <a:bodyPr/>
                    <a:lstStyle/>
                    <a:p>
                      <a:r>
                        <a:rPr lang="en-US" sz="1400"/>
                        <a:t>Control</a:t>
                      </a:r>
                      <a:endParaRPr lang="en-US" sz="1400" dirty="0"/>
                    </a:p>
                  </a:txBody>
                  <a:tcPr marL="91192" marR="91192" marT="45596" marB="45596"/>
                </a:tc>
                <a:tc>
                  <a:txBody>
                    <a:bodyPr/>
                    <a:lstStyle/>
                    <a:p>
                      <a:r>
                        <a:rPr lang="en-US" sz="1400" b="0" i="0" kern="1200">
                          <a:solidFill>
                            <a:schemeClr val="dk1"/>
                          </a:solidFill>
                          <a:effectLst/>
                          <a:latin typeface="+mn-lt"/>
                          <a:ea typeface="+mn-ea"/>
                          <a:cs typeface="+mn-cs"/>
                        </a:rPr>
                        <a:t>The </a:t>
                      </a:r>
                      <a:r>
                        <a:rPr lang="en-US" sz="1400" b="1" i="0" kern="1200">
                          <a:solidFill>
                            <a:schemeClr val="dk1"/>
                          </a:solidFill>
                          <a:effectLst/>
                          <a:latin typeface="+mn-lt"/>
                          <a:ea typeface="+mn-ea"/>
                          <a:cs typeface="+mn-cs"/>
                        </a:rPr>
                        <a:t>sender</a:t>
                      </a:r>
                      <a:r>
                        <a:rPr lang="en-US" sz="1400" b="0" i="0" kern="1200">
                          <a:solidFill>
                            <a:schemeClr val="dk1"/>
                          </a:solidFill>
                          <a:effectLst/>
                          <a:latin typeface="+mn-lt"/>
                          <a:ea typeface="+mn-ea"/>
                          <a:cs typeface="+mn-cs"/>
                        </a:rPr>
                        <a:t> maintains </a:t>
                      </a:r>
                      <a:r>
                        <a:rPr lang="en-US" sz="1400" b="1" i="0" kern="1200">
                          <a:solidFill>
                            <a:schemeClr val="dk1"/>
                          </a:solidFill>
                          <a:effectLst/>
                          <a:latin typeface="+mn-lt"/>
                          <a:ea typeface="+mn-ea"/>
                          <a:cs typeface="+mn-cs"/>
                        </a:rPr>
                        <a:t>full control </a:t>
                      </a:r>
                      <a:r>
                        <a:rPr lang="en-US" sz="1400" b="0" i="0" kern="1200">
                          <a:solidFill>
                            <a:schemeClr val="dk1"/>
                          </a:solidFill>
                          <a:effectLst/>
                          <a:latin typeface="+mn-lt"/>
                          <a:ea typeface="+mn-ea"/>
                          <a:cs typeface="+mn-cs"/>
                        </a:rPr>
                        <a:t>over the timing and exact amount sent.</a:t>
                      </a:r>
                      <a:endParaRPr lang="en-US" sz="1400" dirty="0"/>
                    </a:p>
                  </a:txBody>
                  <a:tcPr marL="91192" marR="91192" marT="45596" marB="45596"/>
                </a:tc>
                <a:tc>
                  <a:txBody>
                    <a:bodyPr/>
                    <a:lstStyle/>
                    <a:p>
                      <a:r>
                        <a:rPr lang="en-US" sz="1400" b="0" i="0" kern="1200">
                          <a:solidFill>
                            <a:schemeClr val="dk1"/>
                          </a:solidFill>
                          <a:effectLst/>
                          <a:latin typeface="+mn-lt"/>
                          <a:ea typeface="+mn-ea"/>
                          <a:cs typeface="+mn-cs"/>
                        </a:rPr>
                        <a:t>The </a:t>
                      </a:r>
                      <a:r>
                        <a:rPr lang="en-US" sz="1400" b="1" i="0" kern="1200">
                          <a:solidFill>
                            <a:schemeClr val="dk1"/>
                          </a:solidFill>
                          <a:effectLst/>
                          <a:latin typeface="+mn-lt"/>
                          <a:ea typeface="+mn-ea"/>
                          <a:cs typeface="+mn-cs"/>
                        </a:rPr>
                        <a:t>recipient controls </a:t>
                      </a:r>
                      <a:r>
                        <a:rPr lang="en-US" sz="1400" b="0" i="0" kern="1200">
                          <a:solidFill>
                            <a:schemeClr val="dk1"/>
                          </a:solidFill>
                          <a:effectLst/>
                          <a:latin typeface="+mn-lt"/>
                          <a:ea typeface="+mn-ea"/>
                          <a:cs typeface="+mn-cs"/>
                        </a:rPr>
                        <a:t>the collection schedule once a mandate or agreement is signed by the payer.</a:t>
                      </a:r>
                      <a:endParaRPr lang="en-US" sz="1400" dirty="0"/>
                    </a:p>
                  </a:txBody>
                  <a:tcPr marL="91192" marR="91192" marT="45596" marB="45596"/>
                </a:tc>
                <a:extLst>
                  <a:ext uri="{0D108BD9-81ED-4DB2-BD59-A6C34878D82A}">
                    <a16:rowId xmlns:a16="http://schemas.microsoft.com/office/drawing/2014/main" val="511438974"/>
                  </a:ext>
                </a:extLst>
              </a:tr>
              <a:tr h="778127">
                <a:tc>
                  <a:txBody>
                    <a:bodyPr/>
                    <a:lstStyle/>
                    <a:p>
                      <a:r>
                        <a:rPr lang="en-US" sz="1400"/>
                        <a:t>Use cases</a:t>
                      </a:r>
                      <a:endParaRPr lang="en-US" sz="1400" dirty="0"/>
                    </a:p>
                  </a:txBody>
                  <a:tcPr marL="91192" marR="91192" marT="45596" marB="45596"/>
                </a:tc>
                <a:tc>
                  <a:txBody>
                    <a:bodyPr/>
                    <a:lstStyle/>
                    <a:p>
                      <a:pPr marL="285750" indent="-285750">
                        <a:buFont typeface="Arial" panose="020B0604020202020204" pitchFamily="34" charset="0"/>
                        <a:buChar char="•"/>
                      </a:pPr>
                      <a:r>
                        <a:rPr lang="en-US" sz="1400" b="0" i="0" kern="1200">
                          <a:solidFill>
                            <a:schemeClr val="dk1"/>
                          </a:solidFill>
                          <a:effectLst/>
                          <a:latin typeface="+mn-lt"/>
                          <a:ea typeface="+mn-ea"/>
                          <a:cs typeface="+mn-cs"/>
                        </a:rPr>
                        <a:t>Payroll disbursements</a:t>
                      </a:r>
                    </a:p>
                    <a:p>
                      <a:pPr marL="285750" indent="-285750">
                        <a:buFont typeface="Arial" panose="020B0604020202020204" pitchFamily="34" charset="0"/>
                        <a:buChar char="•"/>
                      </a:pPr>
                      <a:r>
                        <a:rPr lang="en-US" sz="1400" b="0" i="0" kern="1200">
                          <a:solidFill>
                            <a:schemeClr val="dk1"/>
                          </a:solidFill>
                          <a:effectLst/>
                          <a:latin typeface="+mn-lt"/>
                          <a:ea typeface="+mn-ea"/>
                          <a:cs typeface="+mn-cs"/>
                        </a:rPr>
                        <a:t>Person-to-person (P2P) transfers, </a:t>
                      </a:r>
                    </a:p>
                    <a:p>
                      <a:pPr marL="285750" indent="-285750">
                        <a:buFont typeface="Arial" panose="020B0604020202020204" pitchFamily="34" charset="0"/>
                        <a:buChar char="•"/>
                      </a:pPr>
                      <a:r>
                        <a:rPr lang="en-US" sz="1400" b="0" i="0" kern="1200">
                          <a:solidFill>
                            <a:schemeClr val="dk1"/>
                          </a:solidFill>
                          <a:effectLst/>
                          <a:latin typeface="+mn-lt"/>
                          <a:ea typeface="+mn-ea"/>
                          <a:cs typeface="+mn-cs"/>
                        </a:rPr>
                        <a:t>High-value one-off business payments</a:t>
                      </a:r>
                      <a:endParaRPr lang="en-US" sz="1400" dirty="0"/>
                    </a:p>
                  </a:txBody>
                  <a:tcPr marL="91192" marR="91192" marT="45596" marB="45596"/>
                </a:tc>
                <a:tc>
                  <a:txBody>
                    <a:bodyPr/>
                    <a:lstStyle/>
                    <a:p>
                      <a:pPr marL="285750" indent="-285750">
                        <a:buFont typeface="Arial" panose="020B0604020202020204" pitchFamily="34" charset="0"/>
                        <a:buChar char="•"/>
                      </a:pPr>
                      <a:r>
                        <a:rPr lang="en-US" sz="1400" b="0" i="0" kern="1200">
                          <a:solidFill>
                            <a:schemeClr val="dk1"/>
                          </a:solidFill>
                          <a:effectLst/>
                          <a:latin typeface="+mn-lt"/>
                          <a:ea typeface="+mn-ea"/>
                          <a:cs typeface="+mn-cs"/>
                        </a:rPr>
                        <a:t>Monthly subscriptions</a:t>
                      </a:r>
                    </a:p>
                    <a:p>
                      <a:pPr marL="285750" indent="-285750">
                        <a:buFont typeface="Arial" panose="020B0604020202020204" pitchFamily="34" charset="0"/>
                        <a:buChar char="•"/>
                      </a:pPr>
                      <a:r>
                        <a:rPr lang="en-US" sz="1400" b="0" i="0" kern="1200">
                          <a:solidFill>
                            <a:schemeClr val="dk1"/>
                          </a:solidFill>
                          <a:effectLst/>
                          <a:latin typeface="+mn-lt"/>
                          <a:ea typeface="+mn-ea"/>
                          <a:cs typeface="+mn-cs"/>
                        </a:rPr>
                        <a:t>Utility bills, </a:t>
                      </a:r>
                    </a:p>
                    <a:p>
                      <a:pPr marL="285750" indent="-285750">
                        <a:buFont typeface="Arial" panose="020B0604020202020204" pitchFamily="34" charset="0"/>
                        <a:buChar char="•"/>
                      </a:pPr>
                      <a:r>
                        <a:rPr lang="en-US" sz="1400" b="0" i="0" kern="1200">
                          <a:solidFill>
                            <a:schemeClr val="dk1"/>
                          </a:solidFill>
                          <a:effectLst/>
                          <a:latin typeface="+mn-lt"/>
                          <a:ea typeface="+mn-ea"/>
                          <a:cs typeface="+mn-cs"/>
                        </a:rPr>
                        <a:t>Standard retail checkouts</a:t>
                      </a:r>
                      <a:endParaRPr lang="en-US" sz="1400" dirty="0"/>
                    </a:p>
                  </a:txBody>
                  <a:tcPr marL="91192" marR="91192" marT="45596" marB="45596"/>
                </a:tc>
                <a:extLst>
                  <a:ext uri="{0D108BD9-81ED-4DB2-BD59-A6C34878D82A}">
                    <a16:rowId xmlns:a16="http://schemas.microsoft.com/office/drawing/2014/main" val="1793984135"/>
                  </a:ext>
                </a:extLst>
              </a:tr>
              <a:tr h="994728">
                <a:tc>
                  <a:txBody>
                    <a:bodyPr/>
                    <a:lstStyle/>
                    <a:p>
                      <a:r>
                        <a:rPr lang="en-US" sz="1400"/>
                        <a:t>Risks</a:t>
                      </a:r>
                      <a:endParaRPr lang="en-US" sz="1400" dirty="0"/>
                    </a:p>
                  </a:txBody>
                  <a:tcPr marL="91192" marR="91192" marT="45596" marB="45596"/>
                </a:tc>
                <a:tc>
                  <a:txBody>
                    <a:bodyPr/>
                    <a:lstStyle/>
                    <a:p>
                      <a:pPr marL="285750" indent="-285750">
                        <a:buFont typeface="Arial" panose="020B0604020202020204" pitchFamily="34" charset="0"/>
                        <a:buChar char="•"/>
                      </a:pPr>
                      <a:r>
                        <a:rPr lang="en-US" sz="1400"/>
                        <a:t>Authorized Push Payment (APP) Fraud (Phishing)</a:t>
                      </a:r>
                    </a:p>
                    <a:p>
                      <a:pPr marL="285750" indent="-285750">
                        <a:buFont typeface="Arial" panose="020B0604020202020204" pitchFamily="34" charset="0"/>
                        <a:buChar char="•"/>
                      </a:pPr>
                      <a:r>
                        <a:rPr lang="en-US" sz="1400"/>
                        <a:t>Data Entry Errors</a:t>
                      </a:r>
                    </a:p>
                    <a:p>
                      <a:pPr marL="285750" indent="-285750">
                        <a:buFont typeface="Arial" panose="020B0604020202020204" pitchFamily="34" charset="0"/>
                        <a:buChar char="•"/>
                      </a:pPr>
                      <a:r>
                        <a:rPr lang="en-US" sz="1400"/>
                        <a:t>Irreversibility </a:t>
                      </a:r>
                      <a:endParaRPr lang="en-US" sz="1400" dirty="0"/>
                    </a:p>
                  </a:txBody>
                  <a:tcPr marL="91192" marR="91192" marT="45596" marB="45596"/>
                </a:tc>
                <a:tc>
                  <a:txBody>
                    <a:bodyPr/>
                    <a:lstStyle/>
                    <a:p>
                      <a:pPr marL="285750" indent="-285750">
                        <a:buFont typeface="Arial" panose="020B0604020202020204" pitchFamily="34" charset="0"/>
                        <a:buChar char="•"/>
                      </a:pPr>
                      <a:r>
                        <a:rPr lang="en-US" sz="1400"/>
                        <a:t>Unauthorized debits</a:t>
                      </a:r>
                    </a:p>
                    <a:p>
                      <a:pPr marL="285750" indent="-285750">
                        <a:buFont typeface="Arial" panose="020B0604020202020204" pitchFamily="34" charset="0"/>
                        <a:buChar char="•"/>
                      </a:pPr>
                      <a:r>
                        <a:rPr lang="en-US" sz="1400"/>
                        <a:t>Insufficient Funds</a:t>
                      </a:r>
                    </a:p>
                    <a:p>
                      <a:pPr marL="285750" indent="-285750">
                        <a:buFont typeface="Arial" panose="020B0604020202020204" pitchFamily="34" charset="0"/>
                        <a:buChar char="•"/>
                      </a:pPr>
                      <a:r>
                        <a:rPr lang="en-US" sz="1400"/>
                        <a:t>Chargebacks/Friendly Fraud </a:t>
                      </a:r>
                      <a:endParaRPr lang="en-US" sz="1400" dirty="0"/>
                    </a:p>
                  </a:txBody>
                  <a:tcPr marL="91192" marR="91192" marT="45596" marB="45596"/>
                </a:tc>
                <a:extLst>
                  <a:ext uri="{0D108BD9-81ED-4DB2-BD59-A6C34878D82A}">
                    <a16:rowId xmlns:a16="http://schemas.microsoft.com/office/drawing/2014/main" val="1633834193"/>
                  </a:ext>
                </a:extLst>
              </a:tr>
            </a:tbl>
          </a:graphicData>
        </a:graphic>
      </p:graphicFrame>
    </p:spTree>
    <p:extLst>
      <p:ext uri="{BB962C8B-B14F-4D97-AF65-F5344CB8AC3E}">
        <p14:creationId xmlns:p14="http://schemas.microsoft.com/office/powerpoint/2010/main" val="2151019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C77B3D-D351-23EF-A7F6-0971D2C4F09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14E98DF-1376-82DD-D243-49C2707E89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5BB648C-A415-4E61-1A6B-35C4D5006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222BEF7-7ABA-4A33-6C6F-01B763F20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CD52FA1-E095-C89A-C220-4A6CF5360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388E78B5-A483-4901-5E5A-212760FC7DE7}"/>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Payments System Settlement</a:t>
            </a:r>
          </a:p>
        </p:txBody>
      </p:sp>
      <p:graphicFrame>
        <p:nvGraphicFramePr>
          <p:cNvPr id="5" name="Table 4">
            <a:extLst>
              <a:ext uri="{FF2B5EF4-FFF2-40B4-BE49-F238E27FC236}">
                <a16:creationId xmlns:a16="http://schemas.microsoft.com/office/drawing/2014/main" id="{0ED3F0C3-4A0D-E103-9054-333AA9F8B8CF}"/>
              </a:ext>
            </a:extLst>
          </p:cNvPr>
          <p:cNvGraphicFramePr>
            <a:graphicFrameLocks noGrp="1"/>
          </p:cNvGraphicFramePr>
          <p:nvPr>
            <p:extLst>
              <p:ext uri="{D42A27DB-BD31-4B8C-83A1-F6EECF244321}">
                <p14:modId xmlns:p14="http://schemas.microsoft.com/office/powerpoint/2010/main" val="2200023777"/>
              </p:ext>
            </p:extLst>
          </p:nvPr>
        </p:nvGraphicFramePr>
        <p:xfrm>
          <a:off x="691242" y="1924820"/>
          <a:ext cx="10809516" cy="2743200"/>
        </p:xfrm>
        <a:graphic>
          <a:graphicData uri="http://schemas.openxmlformats.org/drawingml/2006/table">
            <a:tbl>
              <a:tblPr firstRow="1" bandRow="1">
                <a:tableStyleId>{5C22544A-7EE6-4342-B048-85BDC9FD1C3A}</a:tableStyleId>
              </a:tblPr>
              <a:tblGrid>
                <a:gridCol w="1266239">
                  <a:extLst>
                    <a:ext uri="{9D8B030D-6E8A-4147-A177-3AD203B41FA5}">
                      <a16:colId xmlns:a16="http://schemas.microsoft.com/office/drawing/2014/main" val="1785358348"/>
                    </a:ext>
                  </a:extLst>
                </a:gridCol>
                <a:gridCol w="4136571">
                  <a:extLst>
                    <a:ext uri="{9D8B030D-6E8A-4147-A177-3AD203B41FA5}">
                      <a16:colId xmlns:a16="http://schemas.microsoft.com/office/drawing/2014/main" val="3517510989"/>
                    </a:ext>
                  </a:extLst>
                </a:gridCol>
                <a:gridCol w="5406706">
                  <a:extLst>
                    <a:ext uri="{9D8B030D-6E8A-4147-A177-3AD203B41FA5}">
                      <a16:colId xmlns:a16="http://schemas.microsoft.com/office/drawing/2014/main" val="874893109"/>
                    </a:ext>
                  </a:extLst>
                </a:gridCol>
              </a:tblGrid>
              <a:tr h="370840">
                <a:tc>
                  <a:txBody>
                    <a:bodyPr/>
                    <a:lstStyle/>
                    <a:p>
                      <a:r>
                        <a:rPr lang="en-US" sz="1400" dirty="0"/>
                        <a:t>Type</a:t>
                      </a:r>
                    </a:p>
                  </a:txBody>
                  <a:tcPr/>
                </a:tc>
                <a:tc>
                  <a:txBody>
                    <a:bodyPr/>
                    <a:lstStyle/>
                    <a:p>
                      <a:r>
                        <a:rPr lang="en-US" sz="1400" dirty="0"/>
                        <a:t>Gross Settlement</a:t>
                      </a:r>
                    </a:p>
                  </a:txBody>
                  <a:tcPr/>
                </a:tc>
                <a:tc>
                  <a:txBody>
                    <a:bodyPr/>
                    <a:lstStyle/>
                    <a:p>
                      <a:r>
                        <a:rPr lang="en-US" sz="1400" dirty="0"/>
                        <a:t>Net Settlement</a:t>
                      </a:r>
                    </a:p>
                  </a:txBody>
                  <a:tcPr/>
                </a:tc>
                <a:extLst>
                  <a:ext uri="{0D108BD9-81ED-4DB2-BD59-A6C34878D82A}">
                    <a16:rowId xmlns:a16="http://schemas.microsoft.com/office/drawing/2014/main" val="453845827"/>
                  </a:ext>
                </a:extLst>
              </a:tr>
              <a:tr h="370840">
                <a:tc>
                  <a:txBody>
                    <a:bodyPr/>
                    <a:lstStyle/>
                    <a:p>
                      <a:r>
                        <a:rPr lang="en-US" sz="1400" dirty="0"/>
                        <a:t>Example</a:t>
                      </a:r>
                    </a:p>
                  </a:txBody>
                  <a:tcPr/>
                </a:tc>
                <a:tc>
                  <a:txBody>
                    <a:bodyPr/>
                    <a:lstStyle/>
                    <a:p>
                      <a:r>
                        <a:rPr lang="en-US" sz="1400" dirty="0"/>
                        <a:t>Fedwire, </a:t>
                      </a:r>
                      <a:r>
                        <a:rPr lang="en-US" sz="1400" dirty="0" err="1"/>
                        <a:t>FedNow</a:t>
                      </a:r>
                      <a:endParaRPr lang="en-US" sz="1400" dirty="0"/>
                    </a:p>
                  </a:txBody>
                  <a:tcPr/>
                </a:tc>
                <a:tc>
                  <a:txBody>
                    <a:bodyPr/>
                    <a:lstStyle/>
                    <a:p>
                      <a:r>
                        <a:rPr lang="en-US" sz="1400" dirty="0"/>
                        <a:t>ACH (Nacha), Checks, Cards</a:t>
                      </a:r>
                    </a:p>
                  </a:txBody>
                  <a:tcPr/>
                </a:tc>
                <a:extLst>
                  <a:ext uri="{0D108BD9-81ED-4DB2-BD59-A6C34878D82A}">
                    <a16:rowId xmlns:a16="http://schemas.microsoft.com/office/drawing/2014/main" val="2413952336"/>
                  </a:ext>
                </a:extLst>
              </a:tr>
              <a:tr h="370840">
                <a:tc>
                  <a:txBody>
                    <a:bodyPr/>
                    <a:lstStyle/>
                    <a:p>
                      <a:r>
                        <a:rPr lang="en-US" sz="1400" dirty="0"/>
                        <a:t>Processing</a:t>
                      </a:r>
                    </a:p>
                  </a:txBody>
                  <a:tcPr/>
                </a:tc>
                <a:tc>
                  <a:txBody>
                    <a:bodyPr/>
                    <a:lstStyle/>
                    <a:p>
                      <a:r>
                        <a:rPr lang="en-US" sz="1400" dirty="0"/>
                        <a:t>Individual, one-to-one basis.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Each transaction settles as it is processed.</a:t>
                      </a:r>
                    </a:p>
                  </a:txBody>
                  <a:tcPr/>
                </a:tc>
                <a:tc>
                  <a:txBody>
                    <a:bodyPr/>
                    <a:lstStyle/>
                    <a:p>
                      <a:r>
                        <a:rPr lang="en-US" sz="1400" dirty="0"/>
                        <a:t>Batched; offsets credits against debits.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Net obligations calculated periodically.</a:t>
                      </a:r>
                    </a:p>
                  </a:txBody>
                  <a:tcPr/>
                </a:tc>
                <a:extLst>
                  <a:ext uri="{0D108BD9-81ED-4DB2-BD59-A6C34878D82A}">
                    <a16:rowId xmlns:a16="http://schemas.microsoft.com/office/drawing/2014/main" val="3242854826"/>
                  </a:ext>
                </a:extLst>
              </a:tr>
              <a:tr h="370840">
                <a:tc>
                  <a:txBody>
                    <a:bodyPr/>
                    <a:lstStyle/>
                    <a:p>
                      <a:r>
                        <a:rPr lang="en-US" sz="1400" dirty="0"/>
                        <a:t>Timing</a:t>
                      </a:r>
                    </a:p>
                  </a:txBody>
                  <a:tcPr/>
                </a:tc>
                <a:tc>
                  <a:txBody>
                    <a:bodyPr/>
                    <a:lstStyle/>
                    <a:p>
                      <a:r>
                        <a:rPr lang="en-US" sz="1400" dirty="0"/>
                        <a:t>Real-time; settled as processed</a:t>
                      </a:r>
                    </a:p>
                  </a:txBody>
                  <a:tcPr/>
                </a:tc>
                <a:tc>
                  <a:txBody>
                    <a:bodyPr/>
                    <a:lstStyle/>
                    <a:p>
                      <a:r>
                        <a:rPr lang="en-US" sz="1400" dirty="0"/>
                        <a:t>Deferred; settled at specific intervals</a:t>
                      </a:r>
                    </a:p>
                  </a:txBody>
                  <a:tcPr/>
                </a:tc>
                <a:extLst>
                  <a:ext uri="{0D108BD9-81ED-4DB2-BD59-A6C34878D82A}">
                    <a16:rowId xmlns:a16="http://schemas.microsoft.com/office/drawing/2014/main" val="4129698602"/>
                  </a:ext>
                </a:extLst>
              </a:tr>
              <a:tr h="370840">
                <a:tc>
                  <a:txBody>
                    <a:bodyPr/>
                    <a:lstStyle/>
                    <a:p>
                      <a:r>
                        <a:rPr lang="en-US" sz="1400" dirty="0"/>
                        <a:t>Liquidity</a:t>
                      </a:r>
                    </a:p>
                  </a:txBody>
                  <a:tcPr/>
                </a:tc>
                <a:tc>
                  <a:txBody>
                    <a:bodyPr/>
                    <a:lstStyle/>
                    <a:p>
                      <a:r>
                        <a:rPr lang="en-US" sz="1400" dirty="0"/>
                        <a:t>High; must fund every transaction</a:t>
                      </a:r>
                    </a:p>
                  </a:txBody>
                  <a:tcPr/>
                </a:tc>
                <a:tc>
                  <a:txBody>
                    <a:bodyPr/>
                    <a:lstStyle/>
                    <a:p>
                      <a:r>
                        <a:rPr lang="en-US" sz="1400" dirty="0"/>
                        <a:t>Low; only net balances are funded</a:t>
                      </a:r>
                    </a:p>
                  </a:txBody>
                  <a:tcPr/>
                </a:tc>
                <a:extLst>
                  <a:ext uri="{0D108BD9-81ED-4DB2-BD59-A6C34878D82A}">
                    <a16:rowId xmlns:a16="http://schemas.microsoft.com/office/drawing/2014/main" val="2176281465"/>
                  </a:ext>
                </a:extLst>
              </a:tr>
              <a:tr h="370840">
                <a:tc>
                  <a:txBody>
                    <a:bodyPr/>
                    <a:lstStyle/>
                    <a:p>
                      <a:r>
                        <a:rPr lang="en-US" sz="1400" dirty="0"/>
                        <a:t>Finality</a:t>
                      </a:r>
                    </a:p>
                  </a:txBody>
                  <a:tcPr/>
                </a:tc>
                <a:tc>
                  <a:txBody>
                    <a:bodyPr/>
                    <a:lstStyle/>
                    <a:p>
                      <a:r>
                        <a:rPr lang="en-US" sz="1400" dirty="0"/>
                        <a:t>Immediate and irrevocable</a:t>
                      </a:r>
                    </a:p>
                  </a:txBody>
                  <a:tcPr/>
                </a:tc>
                <a:tc>
                  <a:txBody>
                    <a:bodyPr/>
                    <a:lstStyle/>
                    <a:p>
                      <a:r>
                        <a:rPr lang="en-US" sz="1400" dirty="0"/>
                        <a:t>Final only after the netting cycle completes</a:t>
                      </a:r>
                    </a:p>
                  </a:txBody>
                  <a:tcPr/>
                </a:tc>
                <a:extLst>
                  <a:ext uri="{0D108BD9-81ED-4DB2-BD59-A6C34878D82A}">
                    <a16:rowId xmlns:a16="http://schemas.microsoft.com/office/drawing/2014/main" val="1272754032"/>
                  </a:ext>
                </a:extLst>
              </a:tr>
              <a:tr h="370840">
                <a:tc>
                  <a:txBody>
                    <a:bodyPr/>
                    <a:lstStyle/>
                    <a:p>
                      <a:r>
                        <a:rPr lang="en-US" sz="1400" dirty="0"/>
                        <a:t>Best for</a:t>
                      </a:r>
                    </a:p>
                  </a:txBody>
                  <a:tcPr/>
                </a:tc>
                <a:tc>
                  <a:txBody>
                    <a:bodyPr/>
                    <a:lstStyle/>
                    <a:p>
                      <a:r>
                        <a:rPr lang="en-US" sz="1400" dirty="0"/>
                        <a:t>High-value, urgent transfers</a:t>
                      </a:r>
                    </a:p>
                  </a:txBody>
                  <a:tcPr/>
                </a:tc>
                <a:tc>
                  <a:txBody>
                    <a:bodyPr/>
                    <a:lstStyle/>
                    <a:p>
                      <a:r>
                        <a:rPr lang="en-US" sz="1400" dirty="0"/>
                        <a:t>High-volume, routine payments (e.g., payroll)</a:t>
                      </a:r>
                    </a:p>
                  </a:txBody>
                  <a:tcPr/>
                </a:tc>
                <a:extLst>
                  <a:ext uri="{0D108BD9-81ED-4DB2-BD59-A6C34878D82A}">
                    <a16:rowId xmlns:a16="http://schemas.microsoft.com/office/drawing/2014/main" val="152130227"/>
                  </a:ext>
                </a:extLst>
              </a:tr>
            </a:tbl>
          </a:graphicData>
        </a:graphic>
      </p:graphicFrame>
      <p:sp>
        <p:nvSpPr>
          <p:cNvPr id="8" name="TextBox 7">
            <a:extLst>
              <a:ext uri="{FF2B5EF4-FFF2-40B4-BE49-F238E27FC236}">
                <a16:creationId xmlns:a16="http://schemas.microsoft.com/office/drawing/2014/main" id="{7D2B1759-22ED-086F-8FB7-A5DBFF23738F}"/>
              </a:ext>
            </a:extLst>
          </p:cNvPr>
          <p:cNvSpPr txBox="1"/>
          <p:nvPr/>
        </p:nvSpPr>
        <p:spPr>
          <a:xfrm>
            <a:off x="680359" y="5380559"/>
            <a:ext cx="10724377" cy="523220"/>
          </a:xfrm>
          <a:prstGeom prst="rect">
            <a:avLst/>
          </a:prstGeom>
          <a:noFill/>
        </p:spPr>
        <p:txBody>
          <a:bodyPr wrap="square">
            <a:spAutoFit/>
          </a:bodyPr>
          <a:lstStyle/>
          <a:p>
            <a:r>
              <a:rPr lang="en-US" sz="1400" dirty="0"/>
              <a:t>*Converging Speeds: While ACH is a net system, the rapid growth of </a:t>
            </a:r>
            <a:r>
              <a:rPr lang="en-US" sz="1400" b="1" dirty="0"/>
              <a:t>Same-Day ACH (processing $3.9 trillion in 2025) </a:t>
            </a:r>
            <a:r>
              <a:rPr lang="en-US" sz="1400" dirty="0"/>
              <a:t>is narrowing the speed gap between traditional net settlement and real-time gross systems.</a:t>
            </a:r>
          </a:p>
        </p:txBody>
      </p:sp>
    </p:spTree>
    <p:extLst>
      <p:ext uri="{BB962C8B-B14F-4D97-AF65-F5344CB8AC3E}">
        <p14:creationId xmlns:p14="http://schemas.microsoft.com/office/powerpoint/2010/main" val="501577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AE9FB5-74D8-D281-1D1A-98DBF636EF3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D75E0E1-E6D5-A2B4-F58F-7660E47563F7}"/>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Ownership and Regulation</a:t>
            </a:r>
          </a:p>
        </p:txBody>
      </p:sp>
      <p:graphicFrame>
        <p:nvGraphicFramePr>
          <p:cNvPr id="6" name="Content Placeholder 3">
            <a:extLst>
              <a:ext uri="{FF2B5EF4-FFF2-40B4-BE49-F238E27FC236}">
                <a16:creationId xmlns:a16="http://schemas.microsoft.com/office/drawing/2014/main" id="{EF70AD35-E874-50EA-9275-6AA34E9C5CDA}"/>
              </a:ext>
            </a:extLst>
          </p:cNvPr>
          <p:cNvGraphicFramePr>
            <a:graphicFrameLocks noGrp="1"/>
          </p:cNvGraphicFramePr>
          <p:nvPr>
            <p:ph idx="1"/>
            <p:extLst>
              <p:ext uri="{D42A27DB-BD31-4B8C-83A1-F6EECF244321}">
                <p14:modId xmlns:p14="http://schemas.microsoft.com/office/powerpoint/2010/main" val="301130096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501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A9627C-67E8-67E3-34A3-D2BF4EE3BE9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Title 2">
            <a:extLst>
              <a:ext uri="{FF2B5EF4-FFF2-40B4-BE49-F238E27FC236}">
                <a16:creationId xmlns:a16="http://schemas.microsoft.com/office/drawing/2014/main" id="{65FD0CEF-78FF-4280-24FD-810A94DF14A3}"/>
              </a:ext>
            </a:extLst>
          </p:cNvPr>
          <p:cNvSpPr>
            <a:spLocks noGrp="1"/>
          </p:cNvSpPr>
          <p:nvPr>
            <p:ph type="title"/>
          </p:nvPr>
        </p:nvSpPr>
        <p:spPr>
          <a:xfrm>
            <a:off x="479394" y="1070800"/>
            <a:ext cx="3939688" cy="5583126"/>
          </a:xfrm>
        </p:spPr>
        <p:txBody>
          <a:bodyPr>
            <a:normAutofit/>
          </a:bodyPr>
          <a:lstStyle/>
          <a:p>
            <a:pPr algn="r"/>
            <a:r>
              <a:rPr lang="en-US" sz="5600"/>
              <a:t>Risk Management</a:t>
            </a: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Content Placeholder 3">
            <a:extLst>
              <a:ext uri="{FF2B5EF4-FFF2-40B4-BE49-F238E27FC236}">
                <a16:creationId xmlns:a16="http://schemas.microsoft.com/office/drawing/2014/main" id="{0CB8D48D-0013-4877-6C6E-C157369E278D}"/>
              </a:ext>
            </a:extLst>
          </p:cNvPr>
          <p:cNvGraphicFramePr>
            <a:graphicFrameLocks noGrp="1"/>
          </p:cNvGraphicFramePr>
          <p:nvPr>
            <p:ph idx="1"/>
            <p:extLst>
              <p:ext uri="{D42A27DB-BD31-4B8C-83A1-F6EECF244321}">
                <p14:modId xmlns:p14="http://schemas.microsoft.com/office/powerpoint/2010/main" val="792022856"/>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5052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377B94-EA0F-760B-A713-477EF7D6A8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240D78F-62D9-7006-B919-B81BE3E3E857}"/>
              </a:ext>
            </a:extLst>
          </p:cNvPr>
          <p:cNvSpPr>
            <a:spLocks noGrp="1"/>
          </p:cNvSpPr>
          <p:nvPr>
            <p:ph type="title"/>
          </p:nvPr>
        </p:nvSpPr>
        <p:spPr>
          <a:xfrm>
            <a:off x="1301261" y="590062"/>
            <a:ext cx="5409655" cy="2838938"/>
          </a:xfrm>
        </p:spPr>
        <p:txBody>
          <a:bodyPr vert="horz" lIns="91440" tIns="45720" rIns="91440" bIns="45720" rtlCol="0" anchor="b">
            <a:normAutofit/>
          </a:bodyPr>
          <a:lstStyle/>
          <a:p>
            <a:r>
              <a:rPr lang="en-US" sz="5600" kern="1200">
                <a:solidFill>
                  <a:srgbClr val="FFFFFF"/>
                </a:solidFill>
                <a:latin typeface="+mj-lt"/>
                <a:ea typeface="+mj-ea"/>
                <a:cs typeface="+mj-cs"/>
              </a:rPr>
              <a:t>Core Systems: Checking</a:t>
            </a:r>
          </a:p>
        </p:txBody>
      </p:sp>
      <p:sp>
        <p:nvSpPr>
          <p:cNvPr id="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6"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8"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23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FA96E-0FD3-740B-FC79-2F1A91FCD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B8263-D842-3165-C98C-9466A18C9967}"/>
              </a:ext>
            </a:extLst>
          </p:cNvPr>
          <p:cNvSpPr>
            <a:spLocks noGrp="1"/>
          </p:cNvSpPr>
          <p:nvPr>
            <p:ph type="title"/>
          </p:nvPr>
        </p:nvSpPr>
        <p:spPr/>
        <p:txBody>
          <a:bodyPr/>
          <a:lstStyle/>
          <a:p>
            <a:r>
              <a:rPr lang="en-US" dirty="0"/>
              <a:t>Overview</a:t>
            </a:r>
          </a:p>
        </p:txBody>
      </p:sp>
      <p:graphicFrame>
        <p:nvGraphicFramePr>
          <p:cNvPr id="4" name="Content Placeholder 3">
            <a:extLst>
              <a:ext uri="{FF2B5EF4-FFF2-40B4-BE49-F238E27FC236}">
                <a16:creationId xmlns:a16="http://schemas.microsoft.com/office/drawing/2014/main" id="{A8AE8733-EDDE-023C-3F41-A42B20FE3655}"/>
              </a:ext>
            </a:extLst>
          </p:cNvPr>
          <p:cNvGraphicFramePr>
            <a:graphicFrameLocks noGrp="1"/>
          </p:cNvGraphicFramePr>
          <p:nvPr>
            <p:ph idx="1"/>
            <p:extLst>
              <p:ext uri="{D42A27DB-BD31-4B8C-83A1-F6EECF244321}">
                <p14:modId xmlns:p14="http://schemas.microsoft.com/office/powerpoint/2010/main" val="1833506663"/>
              </p:ext>
            </p:extLst>
          </p:nvPr>
        </p:nvGraphicFramePr>
        <p:xfrm>
          <a:off x="957942" y="1401082"/>
          <a:ext cx="10472058" cy="4667022"/>
        </p:xfrm>
        <a:graphic>
          <a:graphicData uri="http://schemas.openxmlformats.org/drawingml/2006/table">
            <a:tbl>
              <a:tblPr firstRow="1" bandRow="1">
                <a:tableStyleId>{5DA37D80-6434-44D0-A028-1B22A696006F}</a:tableStyleId>
              </a:tblPr>
              <a:tblGrid>
                <a:gridCol w="3254829">
                  <a:extLst>
                    <a:ext uri="{9D8B030D-6E8A-4147-A177-3AD203B41FA5}">
                      <a16:colId xmlns:a16="http://schemas.microsoft.com/office/drawing/2014/main" val="2373546668"/>
                    </a:ext>
                  </a:extLst>
                </a:gridCol>
                <a:gridCol w="7217229">
                  <a:extLst>
                    <a:ext uri="{9D8B030D-6E8A-4147-A177-3AD203B41FA5}">
                      <a16:colId xmlns:a16="http://schemas.microsoft.com/office/drawing/2014/main" val="1441067182"/>
                    </a:ext>
                  </a:extLst>
                </a:gridCol>
              </a:tblGrid>
              <a:tr h="343998">
                <a:tc>
                  <a:txBody>
                    <a:bodyPr/>
                    <a:lstStyle/>
                    <a:p>
                      <a:r>
                        <a:rPr lang="en-US" sz="1400" dirty="0"/>
                        <a:t>Type</a:t>
                      </a:r>
                    </a:p>
                  </a:txBody>
                  <a:tcPr/>
                </a:tc>
                <a:tc>
                  <a:txBody>
                    <a:bodyPr/>
                    <a:lstStyle/>
                    <a:p>
                      <a:r>
                        <a:rPr lang="en-US" sz="1400" dirty="0"/>
                        <a:t>‘Pull’ Payment (Claim on another account)</a:t>
                      </a:r>
                    </a:p>
                  </a:txBody>
                  <a:tcPr/>
                </a:tc>
                <a:extLst>
                  <a:ext uri="{0D108BD9-81ED-4DB2-BD59-A6C34878D82A}">
                    <a16:rowId xmlns:a16="http://schemas.microsoft.com/office/drawing/2014/main" val="2207498627"/>
                  </a:ext>
                </a:extLst>
              </a:tr>
              <a:tr h="825596">
                <a:tc>
                  <a:txBody>
                    <a:bodyPr/>
                    <a:lstStyle/>
                    <a:p>
                      <a:r>
                        <a:rPr lang="en-US" sz="1400" dirty="0"/>
                        <a:t>Ownership</a:t>
                      </a:r>
                    </a:p>
                  </a:txBody>
                  <a:tcPr/>
                </a:tc>
                <a:tc>
                  <a:txBody>
                    <a:bodyPr/>
                    <a:lstStyle/>
                    <a:p>
                      <a:pPr marL="285750" indent="-285750">
                        <a:buFont typeface="Arial" panose="020B0604020202020204" pitchFamily="34" charset="0"/>
                        <a:buChar char="•"/>
                      </a:pPr>
                      <a:r>
                        <a:rPr lang="en-US" sz="1400" dirty="0"/>
                        <a:t>No Single owner</a:t>
                      </a:r>
                    </a:p>
                    <a:p>
                      <a:pPr marL="285750" indent="-285750">
                        <a:buFont typeface="Arial" panose="020B0604020202020204" pitchFamily="34" charset="0"/>
                        <a:buChar char="•"/>
                      </a:pPr>
                      <a:r>
                        <a:rPr lang="en-US" sz="1400" dirty="0"/>
                        <a:t>Check clearing houses owned by banks or private processors</a:t>
                      </a:r>
                    </a:p>
                  </a:txBody>
                  <a:tcPr/>
                </a:tc>
                <a:extLst>
                  <a:ext uri="{0D108BD9-81ED-4DB2-BD59-A6C34878D82A}">
                    <a16:rowId xmlns:a16="http://schemas.microsoft.com/office/drawing/2014/main" val="3065419318"/>
                  </a:ext>
                </a:extLst>
              </a:tr>
              <a:tr h="584797">
                <a:tc>
                  <a:txBody>
                    <a:bodyPr/>
                    <a:lstStyle/>
                    <a:p>
                      <a:r>
                        <a:rPr lang="en-US" sz="1400" dirty="0"/>
                        <a:t>Regulation</a:t>
                      </a:r>
                    </a:p>
                  </a:txBody>
                  <a:tcPr/>
                </a:tc>
                <a:tc>
                  <a:txBody>
                    <a:bodyPr/>
                    <a:lstStyle/>
                    <a:p>
                      <a:r>
                        <a:rPr lang="en-US" sz="1400" dirty="0"/>
                        <a:t>US law, network rules and Federal reserve bank regulation</a:t>
                      </a:r>
                    </a:p>
                  </a:txBody>
                  <a:tcPr/>
                </a:tc>
                <a:extLst>
                  <a:ext uri="{0D108BD9-81ED-4DB2-BD59-A6C34878D82A}">
                    <a16:rowId xmlns:a16="http://schemas.microsoft.com/office/drawing/2014/main" val="2114155143"/>
                  </a:ext>
                </a:extLst>
              </a:tr>
              <a:tr h="584797">
                <a:tc>
                  <a:txBody>
                    <a:bodyPr/>
                    <a:lstStyle/>
                    <a:p>
                      <a:r>
                        <a:rPr lang="en-US" sz="1400" dirty="0"/>
                        <a:t>Network Economics</a:t>
                      </a:r>
                    </a:p>
                  </a:txBody>
                  <a:tcPr/>
                </a:tc>
                <a:tc>
                  <a:txBody>
                    <a:bodyPr/>
                    <a:lstStyle/>
                    <a:p>
                      <a:r>
                        <a:rPr lang="en-US" sz="1400" dirty="0"/>
                        <a:t>Clears at par (processed without any additional collection or clearing charges, regardless of the bank branch's location)</a:t>
                      </a:r>
                    </a:p>
                  </a:txBody>
                  <a:tcPr/>
                </a:tc>
                <a:extLst>
                  <a:ext uri="{0D108BD9-81ED-4DB2-BD59-A6C34878D82A}">
                    <a16:rowId xmlns:a16="http://schemas.microsoft.com/office/drawing/2014/main" val="3980755812"/>
                  </a:ext>
                </a:extLst>
              </a:tr>
              <a:tr h="343998">
                <a:tc>
                  <a:txBody>
                    <a:bodyPr/>
                    <a:lstStyle/>
                    <a:p>
                      <a:r>
                        <a:rPr lang="en-US" sz="1400" dirty="0"/>
                        <a:t>Processing</a:t>
                      </a:r>
                    </a:p>
                  </a:txBody>
                  <a:tcPr/>
                </a:tc>
                <a:tc>
                  <a:txBody>
                    <a:bodyPr/>
                    <a:lstStyle/>
                    <a:p>
                      <a:r>
                        <a:rPr lang="en-US" sz="1400" dirty="0"/>
                        <a:t>Intrabank clearing by image or paper, batch</a:t>
                      </a:r>
                    </a:p>
                  </a:txBody>
                  <a:tcPr/>
                </a:tc>
                <a:extLst>
                  <a:ext uri="{0D108BD9-81ED-4DB2-BD59-A6C34878D82A}">
                    <a16:rowId xmlns:a16="http://schemas.microsoft.com/office/drawing/2014/main" val="530725859"/>
                  </a:ext>
                </a:extLst>
              </a:tr>
              <a:tr h="825596">
                <a:tc>
                  <a:txBody>
                    <a:bodyPr/>
                    <a:lstStyle/>
                    <a:p>
                      <a:r>
                        <a:rPr lang="en-US" sz="1400" dirty="0"/>
                        <a:t>Risk Management</a:t>
                      </a:r>
                    </a:p>
                  </a:txBody>
                  <a:tcPr/>
                </a:tc>
                <a:tc>
                  <a:txBody>
                    <a:bodyPr/>
                    <a:lstStyle/>
                    <a:p>
                      <a:r>
                        <a:rPr lang="en-US" sz="1400" dirty="0"/>
                        <a:t>Managed by intermediaries and end parties</a:t>
                      </a:r>
                    </a:p>
                  </a:txBody>
                  <a:tcPr/>
                </a:tc>
                <a:extLst>
                  <a:ext uri="{0D108BD9-81ED-4DB2-BD59-A6C34878D82A}">
                    <a16:rowId xmlns:a16="http://schemas.microsoft.com/office/drawing/2014/main" val="74884108"/>
                  </a:ext>
                </a:extLst>
              </a:tr>
              <a:tr h="1066394">
                <a:tc>
                  <a:txBody>
                    <a:bodyPr/>
                    <a:lstStyle/>
                    <a:p>
                      <a:r>
                        <a:rPr lang="en-US" sz="1400" dirty="0"/>
                        <a:t>Features</a:t>
                      </a:r>
                    </a:p>
                  </a:txBody>
                  <a:tcPr/>
                </a:tc>
                <a:tc>
                  <a:txBody>
                    <a:bodyPr/>
                    <a:lstStyle/>
                    <a:p>
                      <a:pPr marL="342900" indent="-342900">
                        <a:buFont typeface="Arial" panose="020B0604020202020204" pitchFamily="34" charset="0"/>
                        <a:buChar char="•"/>
                      </a:pPr>
                      <a:r>
                        <a:rPr lang="en-US" sz="1400" dirty="0"/>
                        <a:t>Oldest and widely used Open loop payments system</a:t>
                      </a:r>
                    </a:p>
                    <a:p>
                      <a:pPr marL="342900" indent="-342900">
                        <a:buFont typeface="Arial" panose="020B0604020202020204" pitchFamily="34" charset="0"/>
                        <a:buChar char="•"/>
                      </a:pPr>
                      <a:r>
                        <a:rPr lang="en-US" sz="1400" dirty="0"/>
                        <a:t>Negotiable instrument</a:t>
                      </a:r>
                    </a:p>
                    <a:p>
                      <a:pPr marL="342900" indent="-342900">
                        <a:buFont typeface="Arial" panose="020B0604020202020204" pitchFamily="34" charset="0"/>
                        <a:buChar char="•"/>
                      </a:pPr>
                      <a:r>
                        <a:rPr lang="en-US" sz="1400" dirty="0"/>
                        <a:t>Transferable</a:t>
                      </a:r>
                    </a:p>
                    <a:p>
                      <a:pPr marL="342900" indent="-342900">
                        <a:buFont typeface="Arial" panose="020B0604020202020204" pitchFamily="34" charset="0"/>
                        <a:buChar char="•"/>
                      </a:pPr>
                      <a:r>
                        <a:rPr lang="en-US" sz="1400" dirty="0"/>
                        <a:t>Claim on an account, usually another bank </a:t>
                      </a:r>
                      <a:r>
                        <a:rPr lang="en-US" sz="1400" dirty="0">
                          <a:sym typeface="Wingdings" panose="05000000000000000000" pitchFamily="2" charset="2"/>
                        </a:rPr>
                        <a:t> via Clearing and Settlement</a:t>
                      </a:r>
                      <a:endParaRPr lang="en-US" sz="1400" dirty="0"/>
                    </a:p>
                    <a:p>
                      <a:pPr marL="342900" indent="-342900">
                        <a:buFont typeface="Arial" panose="020B0604020202020204" pitchFamily="34" charset="0"/>
                        <a:buChar char="•"/>
                      </a:pPr>
                      <a:endParaRPr lang="en-US" sz="1400" dirty="0"/>
                    </a:p>
                  </a:txBody>
                  <a:tcPr/>
                </a:tc>
                <a:extLst>
                  <a:ext uri="{0D108BD9-81ED-4DB2-BD59-A6C34878D82A}">
                    <a16:rowId xmlns:a16="http://schemas.microsoft.com/office/drawing/2014/main" val="2590904636"/>
                  </a:ext>
                </a:extLst>
              </a:tr>
            </a:tbl>
          </a:graphicData>
        </a:graphic>
      </p:graphicFrame>
    </p:spTree>
    <p:extLst>
      <p:ext uri="{BB962C8B-B14F-4D97-AF65-F5344CB8AC3E}">
        <p14:creationId xmlns:p14="http://schemas.microsoft.com/office/powerpoint/2010/main" val="3142860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63D823-51A3-0985-CEAD-B63C055757E9}"/>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9F5D55-27AD-CEDC-982C-915880154A8A}"/>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History of Checks</a:t>
            </a:r>
          </a:p>
        </p:txBody>
      </p:sp>
      <p:graphicFrame>
        <p:nvGraphicFramePr>
          <p:cNvPr id="24" name="TextBox 5">
            <a:extLst>
              <a:ext uri="{FF2B5EF4-FFF2-40B4-BE49-F238E27FC236}">
                <a16:creationId xmlns:a16="http://schemas.microsoft.com/office/drawing/2014/main" id="{C8BCBEEC-263B-5566-4AED-3B51BD332406}"/>
              </a:ext>
            </a:extLst>
          </p:cNvPr>
          <p:cNvGraphicFramePr/>
          <p:nvPr>
            <p:extLst>
              <p:ext uri="{D42A27DB-BD31-4B8C-83A1-F6EECF244321}">
                <p14:modId xmlns:p14="http://schemas.microsoft.com/office/powerpoint/2010/main" val="39544541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082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EB546-4781-3D9A-37D9-6B1D63FB74F6}"/>
              </a:ext>
            </a:extLst>
          </p:cNvPr>
          <p:cNvSpPr>
            <a:spLocks noGrp="1"/>
          </p:cNvSpPr>
          <p:nvPr>
            <p:ph type="title"/>
          </p:nvPr>
        </p:nvSpPr>
        <p:spPr/>
        <p:txBody>
          <a:bodyPr/>
          <a:lstStyle/>
          <a:p>
            <a:r>
              <a:rPr lang="en-US" dirty="0"/>
              <a:t>Value Chain</a:t>
            </a:r>
          </a:p>
        </p:txBody>
      </p:sp>
      <p:graphicFrame>
        <p:nvGraphicFramePr>
          <p:cNvPr id="4" name="Content Placeholder 3">
            <a:extLst>
              <a:ext uri="{FF2B5EF4-FFF2-40B4-BE49-F238E27FC236}">
                <a16:creationId xmlns:a16="http://schemas.microsoft.com/office/drawing/2014/main" id="{2F4F1BF7-CFE5-B6AE-4203-D72ADE4A1021}"/>
              </a:ext>
            </a:extLst>
          </p:cNvPr>
          <p:cNvGraphicFramePr>
            <a:graphicFrameLocks noGrp="1"/>
          </p:cNvGraphicFramePr>
          <p:nvPr>
            <p:ph idx="1"/>
            <p:extLst>
              <p:ext uri="{D42A27DB-BD31-4B8C-83A1-F6EECF244321}">
                <p14:modId xmlns:p14="http://schemas.microsoft.com/office/powerpoint/2010/main" val="19938952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DE5ECC46-B5FE-D360-1FED-44C27D22D164}"/>
              </a:ext>
            </a:extLst>
          </p:cNvPr>
          <p:cNvSpPr txBox="1"/>
          <p:nvPr/>
        </p:nvSpPr>
        <p:spPr>
          <a:xfrm>
            <a:off x="8316685" y="3244334"/>
            <a:ext cx="2079172" cy="369332"/>
          </a:xfrm>
          <a:prstGeom prst="rect">
            <a:avLst/>
          </a:prstGeom>
          <a:noFill/>
        </p:spPr>
        <p:txBody>
          <a:bodyPr wrap="square">
            <a:spAutoFit/>
          </a:bodyPr>
          <a:lstStyle/>
          <a:p>
            <a:r>
              <a:rPr lang="en-US" dirty="0"/>
              <a:t>Presenting Bank</a:t>
            </a:r>
          </a:p>
        </p:txBody>
      </p:sp>
      <p:sp>
        <p:nvSpPr>
          <p:cNvPr id="7" name="TextBox 6">
            <a:extLst>
              <a:ext uri="{FF2B5EF4-FFF2-40B4-BE49-F238E27FC236}">
                <a16:creationId xmlns:a16="http://schemas.microsoft.com/office/drawing/2014/main" id="{C3A7DC92-02C3-C497-ECDA-05475EA793AB}"/>
              </a:ext>
            </a:extLst>
          </p:cNvPr>
          <p:cNvSpPr txBox="1"/>
          <p:nvPr/>
        </p:nvSpPr>
        <p:spPr>
          <a:xfrm>
            <a:off x="2373086" y="5682342"/>
            <a:ext cx="2079172" cy="369332"/>
          </a:xfrm>
          <a:prstGeom prst="rect">
            <a:avLst/>
          </a:prstGeom>
          <a:noFill/>
        </p:spPr>
        <p:txBody>
          <a:bodyPr wrap="square">
            <a:spAutoFit/>
          </a:bodyPr>
          <a:lstStyle/>
          <a:p>
            <a:pPr algn="r"/>
            <a:r>
              <a:rPr lang="en-US" dirty="0"/>
              <a:t>Paying Bank</a:t>
            </a:r>
          </a:p>
        </p:txBody>
      </p:sp>
      <p:sp>
        <p:nvSpPr>
          <p:cNvPr id="8" name="TextBox 7">
            <a:extLst>
              <a:ext uri="{FF2B5EF4-FFF2-40B4-BE49-F238E27FC236}">
                <a16:creationId xmlns:a16="http://schemas.microsoft.com/office/drawing/2014/main" id="{BF527414-36B0-B89A-31C6-F3A85C78160D}"/>
              </a:ext>
            </a:extLst>
          </p:cNvPr>
          <p:cNvSpPr txBox="1"/>
          <p:nvPr/>
        </p:nvSpPr>
        <p:spPr>
          <a:xfrm>
            <a:off x="1589314" y="4506685"/>
            <a:ext cx="2862944" cy="646331"/>
          </a:xfrm>
          <a:prstGeom prst="rect">
            <a:avLst/>
          </a:prstGeom>
          <a:noFill/>
        </p:spPr>
        <p:txBody>
          <a:bodyPr wrap="square">
            <a:spAutoFit/>
          </a:bodyPr>
          <a:lstStyle/>
          <a:p>
            <a:pPr algn="r"/>
            <a:r>
              <a:rPr lang="en-US" dirty="0"/>
              <a:t>Blind Posting – not ensuring funds availability</a:t>
            </a:r>
          </a:p>
        </p:txBody>
      </p:sp>
      <p:sp>
        <p:nvSpPr>
          <p:cNvPr id="9" name="TextBox 8">
            <a:extLst>
              <a:ext uri="{FF2B5EF4-FFF2-40B4-BE49-F238E27FC236}">
                <a16:creationId xmlns:a16="http://schemas.microsoft.com/office/drawing/2014/main" id="{0A5C17FA-1875-B5B5-4DDE-64335B68BF7D}"/>
              </a:ext>
            </a:extLst>
          </p:cNvPr>
          <p:cNvSpPr txBox="1"/>
          <p:nvPr/>
        </p:nvSpPr>
        <p:spPr>
          <a:xfrm>
            <a:off x="7739744" y="3921910"/>
            <a:ext cx="4169231" cy="584775"/>
          </a:xfrm>
          <a:prstGeom prst="rect">
            <a:avLst/>
          </a:prstGeom>
          <a:noFill/>
        </p:spPr>
        <p:txBody>
          <a:bodyPr wrap="square">
            <a:spAutoFit/>
          </a:bodyPr>
          <a:lstStyle/>
          <a:p>
            <a:pPr algn="r"/>
            <a:r>
              <a:rPr lang="en-US" sz="1600" dirty="0"/>
              <a:t>Can submit paper check or image, to the clearing house or directly to the Paying bank</a:t>
            </a:r>
          </a:p>
        </p:txBody>
      </p:sp>
    </p:spTree>
    <p:extLst>
      <p:ext uri="{BB962C8B-B14F-4D97-AF65-F5344CB8AC3E}">
        <p14:creationId xmlns:p14="http://schemas.microsoft.com/office/powerpoint/2010/main" val="3866342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0E92416-8544-A298-3366-5C2448C0CF0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F4705F6-9532-387D-3046-D18C77778FDB}"/>
              </a:ext>
            </a:extLst>
          </p:cNvPr>
          <p:cNvPicPr>
            <a:picLocks noChangeAspect="1"/>
          </p:cNvPicPr>
          <p:nvPr/>
        </p:nvPicPr>
        <p:blipFill>
          <a:blip r:embed="rId2">
            <a:duotone>
              <a:prstClr val="black"/>
              <a:schemeClr val="tx2">
                <a:tint val="45000"/>
                <a:satMod val="400000"/>
              </a:schemeClr>
            </a:duotone>
            <a:alphaModFix amt="25000"/>
          </a:blip>
          <a:srcRect/>
          <a:stretch>
            <a:fillRect/>
          </a:stretch>
        </p:blipFill>
        <p:spPr>
          <a:xfrm>
            <a:off x="20" y="10"/>
            <a:ext cx="12191980" cy="6857990"/>
          </a:xfrm>
          <a:prstGeom prst="rect">
            <a:avLst/>
          </a:prstGeom>
        </p:spPr>
      </p:pic>
      <p:sp>
        <p:nvSpPr>
          <p:cNvPr id="3" name="Title 2">
            <a:extLst>
              <a:ext uri="{FF2B5EF4-FFF2-40B4-BE49-F238E27FC236}">
                <a16:creationId xmlns:a16="http://schemas.microsoft.com/office/drawing/2014/main" id="{C535E618-50F4-FB60-B358-5C23CA226027}"/>
              </a:ext>
            </a:extLst>
          </p:cNvPr>
          <p:cNvSpPr>
            <a:spLocks noGrp="1"/>
          </p:cNvSpPr>
          <p:nvPr>
            <p:ph type="title"/>
          </p:nvPr>
        </p:nvSpPr>
        <p:spPr>
          <a:xfrm>
            <a:off x="838200" y="365125"/>
            <a:ext cx="10515600" cy="1325563"/>
          </a:xfrm>
        </p:spPr>
        <p:txBody>
          <a:bodyPr>
            <a:normAutofit/>
          </a:bodyPr>
          <a:lstStyle/>
          <a:p>
            <a:r>
              <a:rPr lang="en-US" dirty="0"/>
              <a:t>Evolution</a:t>
            </a:r>
          </a:p>
        </p:txBody>
      </p:sp>
      <p:graphicFrame>
        <p:nvGraphicFramePr>
          <p:cNvPr id="11" name="Content Placeholder 6">
            <a:extLst>
              <a:ext uri="{FF2B5EF4-FFF2-40B4-BE49-F238E27FC236}">
                <a16:creationId xmlns:a16="http://schemas.microsoft.com/office/drawing/2014/main" id="{FEC6A0E0-0663-DF49-E405-5CAAAE5F3578}"/>
              </a:ext>
            </a:extLst>
          </p:cNvPr>
          <p:cNvGraphicFramePr>
            <a:graphicFrameLocks noGrp="1"/>
          </p:cNvGraphicFramePr>
          <p:nvPr>
            <p:ph idx="1"/>
            <p:extLst>
              <p:ext uri="{D42A27DB-BD31-4B8C-83A1-F6EECF244321}">
                <p14:modId xmlns:p14="http://schemas.microsoft.com/office/powerpoint/2010/main" val="33893742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189330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3374ED6-C0B0-C8C8-97F4-024F08D0488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A9BD54B-C2B6-BC2D-6F4A-55C12DBD37F4}"/>
              </a:ext>
            </a:extLst>
          </p:cNvPr>
          <p:cNvPicPr>
            <a:picLocks noChangeAspect="1"/>
          </p:cNvPicPr>
          <p:nvPr/>
        </p:nvPicPr>
        <p:blipFill>
          <a:blip r:embed="rId2">
            <a:duotone>
              <a:prstClr val="black"/>
              <a:schemeClr val="tx2">
                <a:tint val="45000"/>
                <a:satMod val="400000"/>
              </a:schemeClr>
            </a:duotone>
            <a:alphaModFix amt="25000"/>
          </a:blip>
          <a:srcRect/>
          <a:stretch>
            <a:fillRect/>
          </a:stretch>
        </p:blipFill>
        <p:spPr>
          <a:xfrm>
            <a:off x="20" y="10"/>
            <a:ext cx="12191980" cy="6857990"/>
          </a:xfrm>
          <a:prstGeom prst="rect">
            <a:avLst/>
          </a:prstGeom>
        </p:spPr>
      </p:pic>
      <p:sp>
        <p:nvSpPr>
          <p:cNvPr id="3" name="Title 2">
            <a:extLst>
              <a:ext uri="{FF2B5EF4-FFF2-40B4-BE49-F238E27FC236}">
                <a16:creationId xmlns:a16="http://schemas.microsoft.com/office/drawing/2014/main" id="{BC6596A5-7417-F59F-6080-6AB279DA2A9E}"/>
              </a:ext>
            </a:extLst>
          </p:cNvPr>
          <p:cNvSpPr>
            <a:spLocks noGrp="1"/>
          </p:cNvSpPr>
          <p:nvPr>
            <p:ph type="title"/>
          </p:nvPr>
        </p:nvSpPr>
        <p:spPr>
          <a:xfrm>
            <a:off x="838200" y="365125"/>
            <a:ext cx="10515600" cy="1325563"/>
          </a:xfrm>
        </p:spPr>
        <p:txBody>
          <a:bodyPr>
            <a:normAutofit/>
          </a:bodyPr>
          <a:lstStyle/>
          <a:p>
            <a:r>
              <a:rPr lang="en-US" dirty="0"/>
              <a:t>Evolution</a:t>
            </a:r>
          </a:p>
        </p:txBody>
      </p:sp>
      <p:graphicFrame>
        <p:nvGraphicFramePr>
          <p:cNvPr id="11" name="Content Placeholder 6">
            <a:extLst>
              <a:ext uri="{FF2B5EF4-FFF2-40B4-BE49-F238E27FC236}">
                <a16:creationId xmlns:a16="http://schemas.microsoft.com/office/drawing/2014/main" id="{35CB4582-5DA6-EB82-6012-34C6EB90FCD5}"/>
              </a:ext>
            </a:extLst>
          </p:cNvPr>
          <p:cNvGraphicFramePr>
            <a:graphicFrameLocks noGrp="1"/>
          </p:cNvGraphicFramePr>
          <p:nvPr>
            <p:ph idx="1"/>
            <p:extLst>
              <p:ext uri="{D42A27DB-BD31-4B8C-83A1-F6EECF244321}">
                <p14:modId xmlns:p14="http://schemas.microsoft.com/office/powerpoint/2010/main" val="24207604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9429598"/>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2F222-A6E8-8CB4-2491-9F659E8B9557}"/>
              </a:ext>
            </a:extLst>
          </p:cNvPr>
          <p:cNvSpPr>
            <a:spLocks noGrp="1"/>
          </p:cNvSpPr>
          <p:nvPr>
            <p:ph type="title"/>
          </p:nvPr>
        </p:nvSpPr>
        <p:spPr/>
        <p:txBody>
          <a:bodyPr/>
          <a:lstStyle/>
          <a:p>
            <a:r>
              <a:rPr lang="en-US" dirty="0"/>
              <a:t>Lockbox System</a:t>
            </a:r>
          </a:p>
        </p:txBody>
      </p:sp>
      <p:pic>
        <p:nvPicPr>
          <p:cNvPr id="4" name="Picture 3">
            <a:extLst>
              <a:ext uri="{FF2B5EF4-FFF2-40B4-BE49-F238E27FC236}">
                <a16:creationId xmlns:a16="http://schemas.microsoft.com/office/drawing/2014/main" id="{86A20C2C-3C60-36DC-6EDD-B653F4EB64EE}"/>
              </a:ext>
            </a:extLst>
          </p:cNvPr>
          <p:cNvPicPr>
            <a:picLocks noChangeAspect="1"/>
          </p:cNvPicPr>
          <p:nvPr/>
        </p:nvPicPr>
        <p:blipFill>
          <a:blip r:embed="rId2"/>
          <a:srcRect t="17216"/>
          <a:stretch>
            <a:fillRect/>
          </a:stretch>
        </p:blipFill>
        <p:spPr>
          <a:xfrm>
            <a:off x="1296080" y="1847397"/>
            <a:ext cx="8772525" cy="3918970"/>
          </a:xfrm>
          <a:prstGeom prst="rect">
            <a:avLst/>
          </a:prstGeom>
        </p:spPr>
      </p:pic>
    </p:spTree>
    <p:extLst>
      <p:ext uri="{BB962C8B-B14F-4D97-AF65-F5344CB8AC3E}">
        <p14:creationId xmlns:p14="http://schemas.microsoft.com/office/powerpoint/2010/main" val="207748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FAB95-1646-70E8-4C66-C6F0850B18C3}"/>
              </a:ext>
            </a:extLst>
          </p:cNvPr>
          <p:cNvSpPr>
            <a:spLocks noGrp="1"/>
          </p:cNvSpPr>
          <p:nvPr>
            <p:ph type="title"/>
          </p:nvPr>
        </p:nvSpPr>
        <p:spPr/>
        <p:txBody>
          <a:bodyPr/>
          <a:lstStyle/>
          <a:p>
            <a:r>
              <a:rPr lang="en-US" dirty="0"/>
              <a:t>Remote Deposit Capture</a:t>
            </a:r>
          </a:p>
        </p:txBody>
      </p:sp>
      <p:pic>
        <p:nvPicPr>
          <p:cNvPr id="5" name="Content Placeholder 4">
            <a:extLst>
              <a:ext uri="{FF2B5EF4-FFF2-40B4-BE49-F238E27FC236}">
                <a16:creationId xmlns:a16="http://schemas.microsoft.com/office/drawing/2014/main" id="{16495734-F12B-A576-D31F-3DBCA6B5D503}"/>
              </a:ext>
            </a:extLst>
          </p:cNvPr>
          <p:cNvPicPr>
            <a:picLocks noGrp="1" noChangeAspect="1"/>
          </p:cNvPicPr>
          <p:nvPr>
            <p:ph idx="1"/>
          </p:nvPr>
        </p:nvPicPr>
        <p:blipFill>
          <a:blip r:embed="rId3"/>
          <a:srcRect l="18002" t="20337" r="10154" b="18372"/>
          <a:stretch>
            <a:fillRect/>
          </a:stretch>
        </p:blipFill>
        <p:spPr>
          <a:xfrm>
            <a:off x="6738258" y="1690688"/>
            <a:ext cx="4735286" cy="2667000"/>
          </a:xfrm>
          <a:prstGeom prst="rect">
            <a:avLst/>
          </a:prstGeom>
        </p:spPr>
      </p:pic>
      <p:pic>
        <p:nvPicPr>
          <p:cNvPr id="4" name="Picture 3">
            <a:extLst>
              <a:ext uri="{FF2B5EF4-FFF2-40B4-BE49-F238E27FC236}">
                <a16:creationId xmlns:a16="http://schemas.microsoft.com/office/drawing/2014/main" id="{232E6129-C465-D64D-CE64-D6185F3C07E1}"/>
              </a:ext>
            </a:extLst>
          </p:cNvPr>
          <p:cNvPicPr>
            <a:picLocks noChangeAspect="1"/>
          </p:cNvPicPr>
          <p:nvPr/>
        </p:nvPicPr>
        <p:blipFill>
          <a:blip r:embed="rId4"/>
          <a:srcRect l="9817" t="14115" r="5605" b="19186"/>
          <a:stretch>
            <a:fillRect/>
          </a:stretch>
        </p:blipFill>
        <p:spPr>
          <a:xfrm>
            <a:off x="838200" y="1690688"/>
            <a:ext cx="4942114" cy="2928028"/>
          </a:xfrm>
          <a:prstGeom prst="rect">
            <a:avLst/>
          </a:prstGeom>
        </p:spPr>
      </p:pic>
      <p:sp>
        <p:nvSpPr>
          <p:cNvPr id="7" name="TextBox 6">
            <a:extLst>
              <a:ext uri="{FF2B5EF4-FFF2-40B4-BE49-F238E27FC236}">
                <a16:creationId xmlns:a16="http://schemas.microsoft.com/office/drawing/2014/main" id="{600FC508-D025-FE48-967D-41FA834E0618}"/>
              </a:ext>
            </a:extLst>
          </p:cNvPr>
          <p:cNvSpPr txBox="1"/>
          <p:nvPr/>
        </p:nvSpPr>
        <p:spPr>
          <a:xfrm>
            <a:off x="838200" y="5073134"/>
            <a:ext cx="10635344" cy="1200329"/>
          </a:xfrm>
          <a:prstGeom prst="rect">
            <a:avLst/>
          </a:prstGeom>
          <a:noFill/>
        </p:spPr>
        <p:txBody>
          <a:bodyPr wrap="square">
            <a:spAutoFit/>
          </a:bodyPr>
          <a:lstStyle/>
          <a:p>
            <a:pPr marL="285750" indent="-285750">
              <a:buFont typeface="Arial" panose="020B0604020202020204" pitchFamily="34" charset="0"/>
              <a:buChar char="•"/>
            </a:pPr>
            <a:r>
              <a:rPr lang="en-US" dirty="0"/>
              <a:t>Helps avoid a trip to make a deposit</a:t>
            </a:r>
          </a:p>
          <a:p>
            <a:pPr marL="285750" indent="-285750">
              <a:buFont typeface="Arial" panose="020B0604020202020204" pitchFamily="34" charset="0"/>
              <a:buChar char="•"/>
            </a:pPr>
            <a:r>
              <a:rPr lang="en-US" dirty="0"/>
              <a:t>Image of the check captured by Payee and deposits it electronically to the Payee’s bank or a third party processor</a:t>
            </a:r>
          </a:p>
          <a:p>
            <a:pPr marL="285750" indent="-285750">
              <a:buFont typeface="Arial" panose="020B0604020202020204" pitchFamily="34" charset="0"/>
              <a:buChar char="•"/>
            </a:pPr>
            <a:r>
              <a:rPr lang="en-US" dirty="0"/>
              <a:t>Providers are getting more flexible with scanning devices</a:t>
            </a:r>
          </a:p>
        </p:txBody>
      </p:sp>
    </p:spTree>
    <p:extLst>
      <p:ext uri="{BB962C8B-B14F-4D97-AF65-F5344CB8AC3E}">
        <p14:creationId xmlns:p14="http://schemas.microsoft.com/office/powerpoint/2010/main" val="1942005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04D4AB-4D6C-0133-C76C-FBD867B1D49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Additional Information</a:t>
            </a:r>
          </a:p>
        </p:txBody>
      </p:sp>
      <p:graphicFrame>
        <p:nvGraphicFramePr>
          <p:cNvPr id="5" name="Content Placeholder 2">
            <a:extLst>
              <a:ext uri="{FF2B5EF4-FFF2-40B4-BE49-F238E27FC236}">
                <a16:creationId xmlns:a16="http://schemas.microsoft.com/office/drawing/2014/main" id="{74E35DA7-B2D1-6F31-A83B-925709D477A4}"/>
              </a:ext>
            </a:extLst>
          </p:cNvPr>
          <p:cNvGraphicFramePr>
            <a:graphicFrameLocks noGrp="1"/>
          </p:cNvGraphicFramePr>
          <p:nvPr>
            <p:ph idx="1"/>
            <p:extLst>
              <p:ext uri="{D42A27DB-BD31-4B8C-83A1-F6EECF244321}">
                <p14:modId xmlns:p14="http://schemas.microsoft.com/office/powerpoint/2010/main" val="2643137629"/>
              </p:ext>
            </p:extLst>
          </p:nvPr>
        </p:nvGraphicFramePr>
        <p:xfrm>
          <a:off x="709370" y="1720694"/>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5352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CCAFCC-4ABC-5CF4-4069-A3FA618D84D3}"/>
              </a:ext>
            </a:extLst>
          </p:cNvPr>
          <p:cNvSpPr>
            <a:spLocks noGrp="1"/>
          </p:cNvSpPr>
          <p:nvPr>
            <p:ph type="title"/>
          </p:nvPr>
        </p:nvSpPr>
        <p:spPr>
          <a:xfrm>
            <a:off x="1156851" y="637762"/>
            <a:ext cx="9888496" cy="900131"/>
          </a:xfrm>
        </p:spPr>
        <p:txBody>
          <a:bodyPr anchor="t">
            <a:normAutofit/>
          </a:bodyPr>
          <a:lstStyle/>
          <a:p>
            <a:r>
              <a:rPr lang="en-US" sz="4000" dirty="0">
                <a:solidFill>
                  <a:schemeClr val="bg1"/>
                </a:solidFill>
              </a:rPr>
              <a:t>Key Entities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8CB22A-70D8-0F7D-4FA9-E68B88758E81}"/>
              </a:ext>
            </a:extLst>
          </p:cNvPr>
          <p:cNvSpPr>
            <a:spLocks noGrp="1"/>
          </p:cNvSpPr>
          <p:nvPr>
            <p:ph idx="1"/>
          </p:nvPr>
        </p:nvSpPr>
        <p:spPr>
          <a:xfrm>
            <a:off x="1155548" y="2217343"/>
            <a:ext cx="9880893" cy="3959619"/>
          </a:xfrm>
        </p:spPr>
        <p:txBody>
          <a:bodyPr>
            <a:normAutofit/>
          </a:bodyPr>
          <a:lstStyle/>
          <a:p>
            <a:r>
              <a:rPr lang="en-US" sz="2400"/>
              <a:t>The Federal Reserve Board and the Federal Reserve Banks (together, “the Fed”)</a:t>
            </a:r>
          </a:p>
          <a:p>
            <a:pPr lvl="1"/>
            <a:r>
              <a:rPr lang="en-US" dirty="0"/>
              <a:t>Largest check and check image clearing house in the US</a:t>
            </a:r>
          </a:p>
          <a:p>
            <a:pPr lvl="1"/>
            <a:r>
              <a:rPr lang="en-US" dirty="0"/>
              <a:t>Manager of national settlement service</a:t>
            </a:r>
          </a:p>
          <a:p>
            <a:pPr lvl="1"/>
            <a:r>
              <a:rPr lang="en-US" dirty="0"/>
              <a:t>Rule maker: Check 21 act and others</a:t>
            </a:r>
          </a:p>
          <a:p>
            <a:pPr marL="228600" lvl="1">
              <a:spcBef>
                <a:spcPts val="1000"/>
              </a:spcBef>
            </a:pPr>
            <a:r>
              <a:rPr lang="en-US"/>
              <a:t>The Clearing House</a:t>
            </a:r>
          </a:p>
          <a:p>
            <a:pPr marL="685800" lvl="2">
              <a:spcBef>
                <a:spcPts val="1000"/>
              </a:spcBef>
            </a:pPr>
            <a:r>
              <a:rPr lang="en-US" sz="2400" dirty="0"/>
              <a:t>Bank owned payments company </a:t>
            </a:r>
          </a:p>
          <a:p>
            <a:pPr marL="685800" lvl="2">
              <a:spcBef>
                <a:spcPts val="1000"/>
              </a:spcBef>
            </a:pPr>
            <a:r>
              <a:rPr lang="en-US" sz="2400" dirty="0"/>
              <a:t>Originally the New York Clearing House (since 1853)</a:t>
            </a:r>
          </a:p>
          <a:p>
            <a:pPr marL="685800" lvl="2">
              <a:spcBef>
                <a:spcPts val="1000"/>
              </a:spcBef>
            </a:pPr>
            <a:endParaRPr lang="en-US" sz="2400" dirty="0"/>
          </a:p>
          <a:p>
            <a:pPr lvl="1"/>
            <a:endParaRPr lang="en-US" dirty="0"/>
          </a:p>
          <a:p>
            <a:pPr lvl="1"/>
            <a:endParaRPr lang="en-US" dirty="0"/>
          </a:p>
        </p:txBody>
      </p:sp>
    </p:spTree>
    <p:extLst>
      <p:ext uri="{BB962C8B-B14F-4D97-AF65-F5344CB8AC3E}">
        <p14:creationId xmlns:p14="http://schemas.microsoft.com/office/powerpoint/2010/main" val="3855812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B22F9B-0364-6D13-C5A0-CFD2CDB50A6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17857A50-9270-2B07-DD7C-33478853522E}"/>
              </a:ext>
            </a:extLst>
          </p:cNvPr>
          <p:cNvSpPr>
            <a:spLocks noGrp="1"/>
          </p:cNvSpPr>
          <p:nvPr>
            <p:ph type="title"/>
          </p:nvPr>
        </p:nvSpPr>
        <p:spPr>
          <a:xfrm>
            <a:off x="1301261" y="590062"/>
            <a:ext cx="5409655" cy="2838938"/>
          </a:xfrm>
        </p:spPr>
        <p:txBody>
          <a:bodyPr vert="horz" lIns="91440" tIns="45720" rIns="91440" bIns="45720" rtlCol="0" anchor="b">
            <a:normAutofit/>
          </a:bodyPr>
          <a:lstStyle/>
          <a:p>
            <a:r>
              <a:rPr lang="en-US" sz="5600" kern="1200">
                <a:solidFill>
                  <a:srgbClr val="FFFFFF"/>
                </a:solidFill>
                <a:latin typeface="+mj-lt"/>
                <a:ea typeface="+mj-ea"/>
                <a:cs typeface="+mj-cs"/>
              </a:rPr>
              <a:t>Core Systems: Wire Transfer</a:t>
            </a:r>
          </a:p>
        </p:txBody>
      </p:sp>
      <p:sp>
        <p:nvSpPr>
          <p:cNvPr id="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6"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8"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6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6B418-E72F-EE2B-A1B1-29E873CAA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0D18B-19E1-960A-3299-1E58156444C8}"/>
              </a:ext>
            </a:extLst>
          </p:cNvPr>
          <p:cNvSpPr>
            <a:spLocks noGrp="1"/>
          </p:cNvSpPr>
          <p:nvPr>
            <p:ph type="title"/>
          </p:nvPr>
        </p:nvSpPr>
        <p:spPr/>
        <p:txBody>
          <a:bodyPr/>
          <a:lstStyle/>
          <a:p>
            <a:r>
              <a:rPr lang="en-US" dirty="0"/>
              <a:t>Overview</a:t>
            </a:r>
          </a:p>
        </p:txBody>
      </p:sp>
      <p:graphicFrame>
        <p:nvGraphicFramePr>
          <p:cNvPr id="4" name="Content Placeholder 3">
            <a:extLst>
              <a:ext uri="{FF2B5EF4-FFF2-40B4-BE49-F238E27FC236}">
                <a16:creationId xmlns:a16="http://schemas.microsoft.com/office/drawing/2014/main" id="{5BA373A3-18F3-4B08-6065-0ACA2552B8C6}"/>
              </a:ext>
            </a:extLst>
          </p:cNvPr>
          <p:cNvGraphicFramePr>
            <a:graphicFrameLocks noGrp="1"/>
          </p:cNvGraphicFramePr>
          <p:nvPr>
            <p:ph idx="1"/>
            <p:extLst>
              <p:ext uri="{D42A27DB-BD31-4B8C-83A1-F6EECF244321}">
                <p14:modId xmlns:p14="http://schemas.microsoft.com/office/powerpoint/2010/main" val="3007564507"/>
              </p:ext>
            </p:extLst>
          </p:nvPr>
        </p:nvGraphicFramePr>
        <p:xfrm>
          <a:off x="957942" y="1401082"/>
          <a:ext cx="10395857" cy="4575176"/>
        </p:xfrm>
        <a:graphic>
          <a:graphicData uri="http://schemas.openxmlformats.org/drawingml/2006/table">
            <a:tbl>
              <a:tblPr firstRow="1" bandRow="1">
                <a:tableStyleId>{5DA37D80-6434-44D0-A028-1B22A696006F}</a:tableStyleId>
              </a:tblPr>
              <a:tblGrid>
                <a:gridCol w="3237694">
                  <a:extLst>
                    <a:ext uri="{9D8B030D-6E8A-4147-A177-3AD203B41FA5}">
                      <a16:colId xmlns:a16="http://schemas.microsoft.com/office/drawing/2014/main" val="2373546668"/>
                    </a:ext>
                  </a:extLst>
                </a:gridCol>
                <a:gridCol w="7158163">
                  <a:extLst>
                    <a:ext uri="{9D8B030D-6E8A-4147-A177-3AD203B41FA5}">
                      <a16:colId xmlns:a16="http://schemas.microsoft.com/office/drawing/2014/main" val="1441067182"/>
                    </a:ext>
                  </a:extLst>
                </a:gridCol>
              </a:tblGrid>
              <a:tr h="343998">
                <a:tc>
                  <a:txBody>
                    <a:bodyPr/>
                    <a:lstStyle/>
                    <a:p>
                      <a:r>
                        <a:rPr lang="en-US" sz="1400" dirty="0"/>
                        <a:t>Type</a:t>
                      </a:r>
                    </a:p>
                  </a:txBody>
                  <a:tcPr/>
                </a:tc>
                <a:tc>
                  <a:txBody>
                    <a:bodyPr/>
                    <a:lstStyle/>
                    <a:p>
                      <a:r>
                        <a:rPr lang="en-US" sz="1400" dirty="0"/>
                        <a:t>‘Push’ Payments</a:t>
                      </a:r>
                    </a:p>
                  </a:txBody>
                  <a:tcPr/>
                </a:tc>
                <a:extLst>
                  <a:ext uri="{0D108BD9-81ED-4DB2-BD59-A6C34878D82A}">
                    <a16:rowId xmlns:a16="http://schemas.microsoft.com/office/drawing/2014/main" val="2207498627"/>
                  </a:ext>
                </a:extLst>
              </a:tr>
              <a:tr h="825596">
                <a:tc>
                  <a:txBody>
                    <a:bodyPr/>
                    <a:lstStyle/>
                    <a:p>
                      <a:r>
                        <a:rPr lang="en-US" sz="1400" dirty="0"/>
                        <a:t>Ownership</a:t>
                      </a:r>
                    </a:p>
                  </a:txBody>
                  <a:tcPr/>
                </a:tc>
                <a:tc>
                  <a:txBody>
                    <a:bodyPr/>
                    <a:lstStyle/>
                    <a:p>
                      <a:pPr marL="285750" indent="-285750">
                        <a:buFont typeface="Arial" panose="020B0604020202020204" pitchFamily="34" charset="0"/>
                        <a:buChar char="•"/>
                      </a:pPr>
                      <a:r>
                        <a:rPr lang="en-US" sz="1400" dirty="0"/>
                        <a:t>Fedwire: Federal Reserve Bank</a:t>
                      </a:r>
                    </a:p>
                    <a:p>
                      <a:pPr marL="285750" indent="-285750">
                        <a:buFont typeface="Arial" panose="020B0604020202020204" pitchFamily="34" charset="0"/>
                        <a:buChar char="•"/>
                      </a:pPr>
                      <a:r>
                        <a:rPr lang="en-US" sz="1400" dirty="0"/>
                        <a:t>CHIPS: The Clearing House</a:t>
                      </a:r>
                    </a:p>
                  </a:txBody>
                  <a:tcPr/>
                </a:tc>
                <a:extLst>
                  <a:ext uri="{0D108BD9-81ED-4DB2-BD59-A6C34878D82A}">
                    <a16:rowId xmlns:a16="http://schemas.microsoft.com/office/drawing/2014/main" val="3065419318"/>
                  </a:ext>
                </a:extLst>
              </a:tr>
              <a:tr h="584797">
                <a:tc>
                  <a:txBody>
                    <a:bodyPr/>
                    <a:lstStyle/>
                    <a:p>
                      <a:r>
                        <a:rPr lang="en-US" sz="1400" dirty="0"/>
                        <a:t>Regulation</a:t>
                      </a:r>
                    </a:p>
                  </a:txBody>
                  <a:tcPr/>
                </a:tc>
                <a:tc>
                  <a:txBody>
                    <a:bodyPr/>
                    <a:lstStyle/>
                    <a:p>
                      <a:r>
                        <a:rPr lang="en-US" sz="1400" dirty="0"/>
                        <a:t>Regulated by Article 4A of the Uniform commercial code and by the operating rules of the network</a:t>
                      </a:r>
                    </a:p>
                  </a:txBody>
                  <a:tcPr/>
                </a:tc>
                <a:extLst>
                  <a:ext uri="{0D108BD9-81ED-4DB2-BD59-A6C34878D82A}">
                    <a16:rowId xmlns:a16="http://schemas.microsoft.com/office/drawing/2014/main" val="2114155143"/>
                  </a:ext>
                </a:extLst>
              </a:tr>
              <a:tr h="584797">
                <a:tc>
                  <a:txBody>
                    <a:bodyPr/>
                    <a:lstStyle/>
                    <a:p>
                      <a:r>
                        <a:rPr lang="en-US" sz="1400" dirty="0"/>
                        <a:t>Network Economics</a:t>
                      </a:r>
                    </a:p>
                  </a:txBody>
                  <a:tcPr/>
                </a:tc>
                <a:tc>
                  <a:txBody>
                    <a:bodyPr/>
                    <a:lstStyle/>
                    <a:p>
                      <a:r>
                        <a:rPr lang="en-US" sz="1400" dirty="0"/>
                        <a:t>Clears at par</a:t>
                      </a:r>
                    </a:p>
                  </a:txBody>
                  <a:tcPr/>
                </a:tc>
                <a:extLst>
                  <a:ext uri="{0D108BD9-81ED-4DB2-BD59-A6C34878D82A}">
                    <a16:rowId xmlns:a16="http://schemas.microsoft.com/office/drawing/2014/main" val="3980755812"/>
                  </a:ext>
                </a:extLst>
              </a:tr>
              <a:tr h="343998">
                <a:tc>
                  <a:txBody>
                    <a:bodyPr/>
                    <a:lstStyle/>
                    <a:p>
                      <a:r>
                        <a:rPr lang="en-US" sz="1400" dirty="0"/>
                        <a:t>Processing</a:t>
                      </a:r>
                    </a:p>
                  </a:txBody>
                  <a:tcPr/>
                </a:tc>
                <a:tc>
                  <a:txBody>
                    <a:bodyPr/>
                    <a:lstStyle/>
                    <a:p>
                      <a:r>
                        <a:rPr lang="en-US" sz="1400" dirty="0"/>
                        <a:t>Electronic, real-time</a:t>
                      </a:r>
                    </a:p>
                  </a:txBody>
                  <a:tcPr/>
                </a:tc>
                <a:extLst>
                  <a:ext uri="{0D108BD9-81ED-4DB2-BD59-A6C34878D82A}">
                    <a16:rowId xmlns:a16="http://schemas.microsoft.com/office/drawing/2014/main" val="530725859"/>
                  </a:ext>
                </a:extLst>
              </a:tr>
              <a:tr h="825596">
                <a:tc>
                  <a:txBody>
                    <a:bodyPr/>
                    <a:lstStyle/>
                    <a:p>
                      <a:r>
                        <a:rPr lang="en-US" sz="1400" dirty="0"/>
                        <a:t>Risk Management</a:t>
                      </a:r>
                    </a:p>
                  </a:txBody>
                  <a:tcPr/>
                </a:tc>
                <a:tc>
                  <a:txBody>
                    <a:bodyPr/>
                    <a:lstStyle/>
                    <a:p>
                      <a:r>
                        <a:rPr lang="en-US" sz="1400" dirty="0"/>
                        <a:t>Managed by networks, intermediaries and end parties</a:t>
                      </a:r>
                    </a:p>
                  </a:txBody>
                  <a:tcPr/>
                </a:tc>
                <a:extLst>
                  <a:ext uri="{0D108BD9-81ED-4DB2-BD59-A6C34878D82A}">
                    <a16:rowId xmlns:a16="http://schemas.microsoft.com/office/drawing/2014/main" val="74884108"/>
                  </a:ext>
                </a:extLst>
              </a:tr>
              <a:tr h="1066394">
                <a:tc>
                  <a:txBody>
                    <a:bodyPr/>
                    <a:lstStyle/>
                    <a:p>
                      <a:r>
                        <a:rPr lang="en-US" sz="1400" dirty="0"/>
                        <a:t>Features</a:t>
                      </a:r>
                    </a:p>
                  </a:txBody>
                  <a:tcPr/>
                </a:tc>
                <a:tc>
                  <a:txBody>
                    <a:bodyPr/>
                    <a:lstStyle/>
                    <a:p>
                      <a:pPr marL="285750" indent="-285750">
                        <a:buFont typeface="Arial" panose="020B0604020202020204" pitchFamily="34" charset="0"/>
                        <a:buChar char="•"/>
                      </a:pPr>
                      <a:r>
                        <a:rPr lang="en-US" sz="1400" dirty="0"/>
                        <a:t>Also called ‘large-value systems’</a:t>
                      </a:r>
                    </a:p>
                    <a:p>
                      <a:pPr marL="285750" indent="-285750">
                        <a:buFont typeface="Arial" panose="020B0604020202020204" pitchFamily="34" charset="0"/>
                        <a:buChar char="•"/>
                      </a:pPr>
                      <a:r>
                        <a:rPr lang="en-US" sz="1400" dirty="0"/>
                        <a:t>Cost of fraud is extremely high, can lead to existential crisis </a:t>
                      </a:r>
                    </a:p>
                    <a:p>
                      <a:pPr marL="285750" indent="-285750">
                        <a:buFont typeface="Arial" panose="020B0604020202020204" pitchFamily="34" charset="0"/>
                        <a:buChar char="•"/>
                      </a:pPr>
                      <a:r>
                        <a:rPr lang="en-US" sz="1400" dirty="0"/>
                        <a:t>Risk Management systems is complex and expensive</a:t>
                      </a:r>
                    </a:p>
                    <a:p>
                      <a:pPr marL="285750" indent="-285750">
                        <a:buFont typeface="Arial" panose="020B0604020202020204" pitchFamily="34" charset="0"/>
                        <a:buChar char="•"/>
                      </a:pPr>
                      <a:r>
                        <a:rPr lang="en-US" sz="1400" dirty="0"/>
                        <a:t>Transaction fees high</a:t>
                      </a:r>
                    </a:p>
                  </a:txBody>
                  <a:tcPr/>
                </a:tc>
                <a:extLst>
                  <a:ext uri="{0D108BD9-81ED-4DB2-BD59-A6C34878D82A}">
                    <a16:rowId xmlns:a16="http://schemas.microsoft.com/office/drawing/2014/main" val="2590904636"/>
                  </a:ext>
                </a:extLst>
              </a:tr>
            </a:tbl>
          </a:graphicData>
        </a:graphic>
      </p:graphicFrame>
    </p:spTree>
    <p:extLst>
      <p:ext uri="{BB962C8B-B14F-4D97-AF65-F5344CB8AC3E}">
        <p14:creationId xmlns:p14="http://schemas.microsoft.com/office/powerpoint/2010/main" val="4038628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E0A3EB8-8D27-5CFC-6220-17C2EC3421B6}"/>
              </a:ext>
            </a:extLst>
          </p:cNvPr>
          <p:cNvSpPr>
            <a:spLocks noGrp="1"/>
          </p:cNvSpPr>
          <p:nvPr>
            <p:ph type="title"/>
          </p:nvPr>
        </p:nvSpPr>
        <p:spPr>
          <a:xfrm>
            <a:off x="1075767" y="1188637"/>
            <a:ext cx="2988234" cy="4480726"/>
          </a:xfrm>
        </p:spPr>
        <p:txBody>
          <a:bodyPr>
            <a:normAutofit/>
          </a:bodyPr>
          <a:lstStyle/>
          <a:p>
            <a:pPr algn="r"/>
            <a:r>
              <a:rPr lang="en-US" sz="5600"/>
              <a:t>Uses, Purposes and Volumes</a:t>
            </a:r>
          </a:p>
        </p:txBody>
      </p:sp>
      <p:cxnSp>
        <p:nvCxnSpPr>
          <p:cNvPr id="15" name="Straight Connector 14">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9C888D1-52F5-6842-D09A-816F99545141}"/>
              </a:ext>
            </a:extLst>
          </p:cNvPr>
          <p:cNvSpPr>
            <a:spLocks noGrp="1"/>
          </p:cNvSpPr>
          <p:nvPr>
            <p:ph idx="1"/>
          </p:nvPr>
        </p:nvSpPr>
        <p:spPr>
          <a:xfrm>
            <a:off x="5255260" y="1648870"/>
            <a:ext cx="4702848" cy="3560260"/>
          </a:xfrm>
        </p:spPr>
        <p:txBody>
          <a:bodyPr anchor="ctr">
            <a:normAutofit lnSpcReduction="10000"/>
          </a:bodyPr>
          <a:lstStyle/>
          <a:p>
            <a:r>
              <a:rPr lang="en-US" sz="1700" dirty="0"/>
              <a:t>History</a:t>
            </a:r>
          </a:p>
          <a:p>
            <a:pPr lvl="1"/>
            <a:r>
              <a:rPr lang="en-US" sz="1700" dirty="0" err="1"/>
              <a:t>Herstatt</a:t>
            </a:r>
            <a:r>
              <a:rPr lang="en-US" sz="1700" dirty="0"/>
              <a:t> risk: 1974 German bank failure, led to development of RTGS (Real-time </a:t>
            </a:r>
            <a:r>
              <a:rPr lang="en-US" sz="1700"/>
              <a:t>Gross Settlement) and </a:t>
            </a:r>
            <a:r>
              <a:rPr lang="en-US" sz="1700" dirty="0"/>
              <a:t>CLS (Continuous linked settlement) worldwide</a:t>
            </a:r>
          </a:p>
          <a:p>
            <a:pPr lvl="1"/>
            <a:r>
              <a:rPr lang="en-US" sz="1700" dirty="0"/>
              <a:t>Gross settlement is necessary to avoid risks of potential bank failure</a:t>
            </a:r>
          </a:p>
          <a:p>
            <a:pPr marL="228600" lvl="1">
              <a:spcBef>
                <a:spcPts val="1000"/>
              </a:spcBef>
            </a:pPr>
            <a:r>
              <a:rPr lang="en-US" sz="1700" dirty="0"/>
              <a:t>Uses and Purposes</a:t>
            </a:r>
          </a:p>
          <a:p>
            <a:pPr marL="685800" lvl="2">
              <a:spcBef>
                <a:spcPts val="1000"/>
              </a:spcBef>
            </a:pPr>
            <a:r>
              <a:rPr lang="en-US" sz="1700" dirty="0"/>
              <a:t>Time critical payments: Large value purchase with specific dates</a:t>
            </a:r>
          </a:p>
          <a:p>
            <a:pPr marL="685800" lvl="2">
              <a:spcBef>
                <a:spcPts val="1000"/>
              </a:spcBef>
            </a:pPr>
            <a:r>
              <a:rPr lang="en-US" sz="1700" dirty="0"/>
              <a:t>Fully guaranteed payments</a:t>
            </a:r>
          </a:p>
          <a:p>
            <a:pPr marL="685800" lvl="2">
              <a:spcBef>
                <a:spcPts val="1000"/>
              </a:spcBef>
            </a:pPr>
            <a:r>
              <a:rPr lang="en-US" sz="1700" dirty="0"/>
              <a:t>Immediate payments: for sale of security or settlement of a trade</a:t>
            </a:r>
          </a:p>
          <a:p>
            <a:pPr marL="457200" lvl="1" indent="0">
              <a:buNone/>
            </a:pPr>
            <a:endParaRPr lang="en-US" sz="1700" dirty="0"/>
          </a:p>
        </p:txBody>
      </p:sp>
    </p:spTree>
    <p:extLst>
      <p:ext uri="{BB962C8B-B14F-4D97-AF65-F5344CB8AC3E}">
        <p14:creationId xmlns:p14="http://schemas.microsoft.com/office/powerpoint/2010/main" val="2055498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4B57-55F6-006C-12BC-51B704072B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78D47AF-A832-A2AE-6E01-1BCD91E01BA4}"/>
              </a:ext>
            </a:extLst>
          </p:cNvPr>
          <p:cNvSpPr>
            <a:spLocks noGrp="1"/>
          </p:cNvSpPr>
          <p:nvPr>
            <p:ph type="title"/>
          </p:nvPr>
        </p:nvSpPr>
        <p:spPr/>
        <p:txBody>
          <a:bodyPr/>
          <a:lstStyle/>
          <a:p>
            <a:r>
              <a:rPr lang="en-US" dirty="0"/>
              <a:t>The Value Chain</a:t>
            </a:r>
          </a:p>
        </p:txBody>
      </p:sp>
      <p:graphicFrame>
        <p:nvGraphicFramePr>
          <p:cNvPr id="2" name="Content Placeholder 1">
            <a:extLst>
              <a:ext uri="{FF2B5EF4-FFF2-40B4-BE49-F238E27FC236}">
                <a16:creationId xmlns:a16="http://schemas.microsoft.com/office/drawing/2014/main" id="{9BE16967-4C52-5CAC-CA32-2A035D6E61CF}"/>
              </a:ext>
            </a:extLst>
          </p:cNvPr>
          <p:cNvGraphicFramePr>
            <a:graphicFrameLocks noGrp="1"/>
          </p:cNvGraphicFramePr>
          <p:nvPr>
            <p:ph idx="1"/>
            <p:extLst>
              <p:ext uri="{D42A27DB-BD31-4B8C-83A1-F6EECF244321}">
                <p14:modId xmlns:p14="http://schemas.microsoft.com/office/powerpoint/2010/main" val="3913376470"/>
              </p:ext>
            </p:extLst>
          </p:nvPr>
        </p:nvGraphicFramePr>
        <p:xfrm>
          <a:off x="740228" y="0"/>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77383A0E-A347-9768-38EC-C3621F26C768}"/>
              </a:ext>
            </a:extLst>
          </p:cNvPr>
          <p:cNvSpPr txBox="1"/>
          <p:nvPr/>
        </p:nvSpPr>
        <p:spPr>
          <a:xfrm>
            <a:off x="936172" y="3151009"/>
            <a:ext cx="10036629" cy="3416320"/>
          </a:xfrm>
          <a:prstGeom prst="rect">
            <a:avLst/>
          </a:prstGeom>
          <a:noFill/>
        </p:spPr>
        <p:txBody>
          <a:bodyPr wrap="square">
            <a:spAutoFit/>
          </a:bodyPr>
          <a:lstStyle/>
          <a:p>
            <a:pPr marL="285750" indent="-285750">
              <a:buFont typeface="Arial" panose="020B0604020202020204" pitchFamily="34" charset="0"/>
              <a:buChar char="•"/>
            </a:pPr>
            <a:r>
              <a:rPr lang="en-US" dirty="0"/>
              <a:t>Flow of funds and messages</a:t>
            </a:r>
          </a:p>
          <a:p>
            <a:pPr marL="285750" indent="-285750">
              <a:buFont typeface="Arial" panose="020B0604020202020204" pitchFamily="34" charset="0"/>
              <a:buChar char="•"/>
            </a:pPr>
            <a:r>
              <a:rPr lang="en-US" dirty="0"/>
              <a:t>Fedwire</a:t>
            </a:r>
          </a:p>
          <a:p>
            <a:pPr marL="742950" lvl="1" indent="-285750">
              <a:buFont typeface="Arial" panose="020B0604020202020204" pitchFamily="34" charset="0"/>
              <a:buChar char="•"/>
            </a:pPr>
            <a:r>
              <a:rPr lang="en-US" dirty="0"/>
              <a:t>From Federal reserve banks</a:t>
            </a:r>
          </a:p>
          <a:p>
            <a:pPr marL="742950" lvl="1" indent="-285750">
              <a:buFont typeface="Arial" panose="020B0604020202020204" pitchFamily="34" charset="0"/>
              <a:buChar char="•"/>
            </a:pPr>
            <a:r>
              <a:rPr lang="en-US" dirty="0"/>
              <a:t>All banks can participate</a:t>
            </a:r>
          </a:p>
          <a:p>
            <a:pPr marL="285750" indent="-285750">
              <a:buFont typeface="Arial" panose="020B0604020202020204" pitchFamily="34" charset="0"/>
              <a:buChar char="•"/>
            </a:pPr>
            <a:r>
              <a:rPr lang="en-US" dirty="0"/>
              <a:t>CHIPS</a:t>
            </a:r>
          </a:p>
          <a:p>
            <a:pPr marL="742950" lvl="1" indent="-285750">
              <a:buFont typeface="Arial" panose="020B0604020202020204" pitchFamily="34" charset="0"/>
              <a:buChar char="•"/>
            </a:pPr>
            <a:r>
              <a:rPr lang="en-US" dirty="0"/>
              <a:t>The Clearing House Interbank Payments System</a:t>
            </a:r>
          </a:p>
          <a:p>
            <a:pPr marL="742950" lvl="1" indent="-285750">
              <a:buFont typeface="Arial" panose="020B0604020202020204" pitchFamily="34" charset="0"/>
              <a:buChar char="•"/>
            </a:pPr>
            <a:r>
              <a:rPr lang="en-US" dirty="0"/>
              <a:t>Private sector alternative</a:t>
            </a:r>
          </a:p>
          <a:p>
            <a:pPr marL="742950" lvl="1" indent="-285750">
              <a:buFont typeface="Arial" panose="020B0604020202020204" pitchFamily="34" charset="0"/>
              <a:buChar char="•"/>
            </a:pPr>
            <a:r>
              <a:rPr lang="en-US" dirty="0"/>
              <a:t>Only a few large banks can participate</a:t>
            </a:r>
          </a:p>
          <a:p>
            <a:pPr marL="285750" indent="-285750">
              <a:buFont typeface="Arial" panose="020B0604020202020204" pitchFamily="34" charset="0"/>
              <a:buChar char="•"/>
            </a:pPr>
            <a:r>
              <a:rPr lang="en-US" dirty="0"/>
              <a:t>SWIFT</a:t>
            </a:r>
          </a:p>
          <a:p>
            <a:pPr marL="742950" lvl="1" indent="-285750">
              <a:buFont typeface="Arial" panose="020B0604020202020204" pitchFamily="34" charset="0"/>
              <a:buChar char="•"/>
            </a:pPr>
            <a:r>
              <a:rPr lang="en-US" dirty="0"/>
              <a:t>Society for Worldwide Interbank Financial Telecommunication</a:t>
            </a:r>
          </a:p>
          <a:p>
            <a:pPr marL="742950" lvl="1" indent="-285750">
              <a:buFont typeface="Arial" panose="020B0604020202020204" pitchFamily="34" charset="0"/>
              <a:buChar char="•"/>
            </a:pPr>
            <a:r>
              <a:rPr lang="en-US" dirty="0"/>
              <a:t>The Payments system that is not payment system</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898044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0AE0865-4F58-31E3-8ABB-7A0B5B4AB107}"/>
              </a:ext>
            </a:extLst>
          </p:cNvPr>
          <p:cNvSpPr/>
          <p:nvPr/>
        </p:nvSpPr>
        <p:spPr>
          <a:xfrm>
            <a:off x="4296599" y="2967335"/>
            <a:ext cx="3598806"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Questions?</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22610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B8EE6072CCC949AE3B9F71595720CD" ma:contentTypeVersion="14" ma:contentTypeDescription="Create a new document." ma:contentTypeScope="" ma:versionID="d8cb1f135a5912bb290856803fdafd5b">
  <xsd:schema xmlns:xsd="http://www.w3.org/2001/XMLSchema" xmlns:xs="http://www.w3.org/2001/XMLSchema" xmlns:p="http://schemas.microsoft.com/office/2006/metadata/properties" xmlns:ns2="c9f1faa8-5418-4c35-877d-853ce2afda31" xmlns:ns3="61ea73c3-10a7-4d5d-9c58-c1e5c30e30dc" targetNamespace="http://schemas.microsoft.com/office/2006/metadata/properties" ma:root="true" ma:fieldsID="529b99e15a6c481cc6b667f0a6f1b08f" ns2:_="" ns3:_="">
    <xsd:import namespace="c9f1faa8-5418-4c35-877d-853ce2afda31"/>
    <xsd:import namespace="61ea73c3-10a7-4d5d-9c58-c1e5c30e30d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f1faa8-5418-4c35-877d-853ce2afda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ea73c3-10a7-4d5d-9c58-c1e5c30e30dc"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25c207fb-9e6e-4c5b-9eb2-d05082e3e9b3}" ma:internalName="TaxCatchAll" ma:showField="CatchAllData" ma:web="61ea73c3-10a7-4d5d-9c58-c1e5c30e30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1ea73c3-10a7-4d5d-9c58-c1e5c30e30dc" xsi:nil="true"/>
    <lcf76f155ced4ddcb4097134ff3c332f xmlns="c9f1faa8-5418-4c35-877d-853ce2afda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F4073BE-8945-44BF-ADCB-D07928DF31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f1faa8-5418-4c35-877d-853ce2afda31"/>
    <ds:schemaRef ds:uri="61ea73c3-10a7-4d5d-9c58-c1e5c30e30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0D4D3E1-DA0F-444A-ADFD-B2BD8F3BA71F}">
  <ds:schemaRefs>
    <ds:schemaRef ds:uri="http://schemas.microsoft.com/sharepoint/v3/contenttype/forms"/>
  </ds:schemaRefs>
</ds:datastoreItem>
</file>

<file path=customXml/itemProps3.xml><?xml version="1.0" encoding="utf-8"?>
<ds:datastoreItem xmlns:ds="http://schemas.openxmlformats.org/officeDocument/2006/customXml" ds:itemID="{2C2EEE13-1D47-46BF-8280-7DB3CDF1103B}">
  <ds:schemaRefs>
    <ds:schemaRef ds:uri="http://purl.org/dc/elements/1.1/"/>
    <ds:schemaRef ds:uri="http://schemas.microsoft.com/office/infopath/2007/PartnerControls"/>
    <ds:schemaRef ds:uri="http://schemas.microsoft.com/office/2006/documentManagement/types"/>
    <ds:schemaRef ds:uri="http://www.w3.org/XML/1998/namespace"/>
    <ds:schemaRef ds:uri="http://purl.org/dc/terms/"/>
    <ds:schemaRef ds:uri="http://purl.org/dc/dcmitype/"/>
    <ds:schemaRef ds:uri="c9f1faa8-5418-4c35-877d-853ce2afda31"/>
    <ds:schemaRef ds:uri="http://schemas.openxmlformats.org/package/2006/metadata/core-properties"/>
    <ds:schemaRef ds:uri="61ea73c3-10a7-4d5d-9c58-c1e5c30e30d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10779</TotalTime>
  <Words>2507</Words>
  <Application>Microsoft Office PowerPoint</Application>
  <PresentationFormat>Widescreen</PresentationFormat>
  <Paragraphs>311</Paragraphs>
  <Slides>28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Calibri</vt:lpstr>
      <vt:lpstr>Wingdings</vt:lpstr>
      <vt:lpstr>Office Theme</vt:lpstr>
      <vt:lpstr>Payments Systems in the U.S.</vt:lpstr>
      <vt:lpstr>Chapters</vt:lpstr>
      <vt:lpstr>Session 1 Agenda</vt:lpstr>
      <vt:lpstr>Introduction</vt:lpstr>
      <vt:lpstr>Payments Systems Overview</vt:lpstr>
      <vt:lpstr>Payments System Models</vt:lpstr>
      <vt:lpstr>Core Payment Systems in the US (1/2)</vt:lpstr>
      <vt:lpstr>Core Payment Systems in the US (2/2)</vt:lpstr>
      <vt:lpstr>The Domains of Payment</vt:lpstr>
      <vt:lpstr>Payments System Flow</vt:lpstr>
      <vt:lpstr>Payments System Settlement</vt:lpstr>
      <vt:lpstr>Ownership and Regulation</vt:lpstr>
      <vt:lpstr>Risk Management</vt:lpstr>
      <vt:lpstr>Core Systems: Checking</vt:lpstr>
      <vt:lpstr>Overview</vt:lpstr>
      <vt:lpstr>History of Checks</vt:lpstr>
      <vt:lpstr>Value Chain</vt:lpstr>
      <vt:lpstr>Evolution</vt:lpstr>
      <vt:lpstr>Evolution</vt:lpstr>
      <vt:lpstr>Lockbox System</vt:lpstr>
      <vt:lpstr>Remote Deposit Capture</vt:lpstr>
      <vt:lpstr>Additional Information</vt:lpstr>
      <vt:lpstr>Key Entities</vt:lpstr>
      <vt:lpstr>Core Systems: Wire Transfer</vt:lpstr>
      <vt:lpstr>Overview</vt:lpstr>
      <vt:lpstr>Uses, Purposes and Volumes</vt:lpstr>
      <vt:lpstr>The Value Chain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Devarajan Korambatta(UST,IN)</dc:creator>
  <cp:lastModifiedBy>Devarajan Korambatta(UST,IN)</cp:lastModifiedBy>
  <cp:revision>1</cp:revision>
  <dcterms:created xsi:type="dcterms:W3CDTF">2026-02-09T14:06:44Z</dcterms:created>
  <dcterms:modified xsi:type="dcterms:W3CDTF">2026-02-27T08:53:41Z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2026-02-09T14:06:53Z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a88b01b3-12b1-41de-82a1-aa6eced24362</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y fmtid="{D5CDD505-2E9C-101B-9397-08002B2CF9AE}" pid="10" name="ContentTypeId">
    <vt:lpwstr>0x010100E9B8EE6072CCC949AE3B9F71595720CD</vt:lpwstr>
  </property>
  <property fmtid="{D5CDD505-2E9C-101B-9397-08002B2CF9AE}" pid="11" name="MediaServiceImageTags">
    <vt:lpwstr/>
  </property>
</Properties>
</file>